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8" r:id="rId2"/>
    <p:sldId id="259" r:id="rId3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50" d="100"/>
          <a:sy n="50" d="100"/>
        </p:scale>
        <p:origin x="29" y="8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: gradi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46E4763-F545-C94B-51CE-F4BC514CB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969" y="3010439"/>
            <a:ext cx="6793919" cy="1329595"/>
          </a:xfrm>
          <a:prstGeom prst="rect">
            <a:avLst/>
          </a:prstGeom>
        </p:spPr>
        <p:txBody>
          <a:bodyPr anchor="b">
            <a:spAutoFit/>
          </a:bodyPr>
          <a:lstStyle>
            <a:lvl1pPr algn="l">
              <a:lnSpc>
                <a:spcPct val="9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BC002026-094D-D1B0-BDA1-62996F2413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4969" y="4464055"/>
            <a:ext cx="6793919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pic>
        <p:nvPicPr>
          <p:cNvPr id="3" name="accenture" descr="accenture logo">
            <a:extLst>
              <a:ext uri="{FF2B5EF4-FFF2-40B4-BE49-F238E27FC236}">
                <a16:creationId xmlns:a16="http://schemas.microsoft.com/office/drawing/2014/main" id="{FF7A765D-4682-9084-D606-70A59390D78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3822" cy="328510"/>
          </a:xfrm>
          <a:prstGeom prst="rect">
            <a:avLst/>
          </a:prstGeom>
        </p:spPr>
      </p:pic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21E81FC3-5B5A-36F1-7992-060E05D477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674232"/>
            <a:ext cx="3816000" cy="634494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36108AED-3E3E-1C9D-6AD6-AB28DC8162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58956" y="6124059"/>
            <a:ext cx="183289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Graphik Semibold" panose="020B0703030202060203" pitchFamily="34" charset="0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MM.DD.YYYY</a:t>
            </a:r>
          </a:p>
        </p:txBody>
      </p:sp>
    </p:spTree>
    <p:extLst>
      <p:ext uri="{BB962C8B-B14F-4D97-AF65-F5344CB8AC3E}">
        <p14:creationId xmlns:p14="http://schemas.microsoft.com/office/powerpoint/2010/main" val="23744097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951" y="3008948"/>
            <a:ext cx="6795392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71951" y="4475703"/>
            <a:ext cx="6795392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349A45E5-70FE-79EB-8E7A-1A2061B62B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674232"/>
            <a:ext cx="3816000" cy="634494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57A6BE55-E9EF-68A2-0448-87EF125B2B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58956" y="6124059"/>
            <a:ext cx="1832894" cy="184666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 algn="r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bg1"/>
                </a:solidFill>
                <a:latin typeface="Graphik Semibold" panose="020B0703030202060203" pitchFamily="34" charset="0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MM.DD.YYYY</a:t>
            </a:r>
          </a:p>
        </p:txBody>
      </p:sp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id="{B93529DF-12F1-3D03-117A-86D7C5AD9A1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7506" cy="32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5066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: Song">
    <p:bg>
      <p:bgPr>
        <a:solidFill>
          <a:schemeClr val="tx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2F82E940-E7B0-A119-28B0-041715DCE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invGray">
          <a:xfrm rot="5400000">
            <a:off x="2667739" y="-2666263"/>
            <a:ext cx="6857999" cy="1219052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878D30E-951E-72C4-5535-66637753B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970" y="2952671"/>
            <a:ext cx="8931530" cy="664797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775FD5F-4D58-7741-C57A-08997F3E1DD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4970" y="3741489"/>
            <a:ext cx="893153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EA105FD1-CA09-BDBB-C408-AB40400DB3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71950" y="5176580"/>
            <a:ext cx="3655291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Graphik Semibold" panose="020B0703030202060203" pitchFamily="34" charset="0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MM.DD.YYYY</a:t>
            </a:r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D266AB3E-F8D9-4648-CDC8-BDA8246735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401494"/>
            <a:ext cx="3655291" cy="184666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E43744-0C39-A052-7487-659CA9C80B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638" y="6170081"/>
            <a:ext cx="1514051" cy="180050"/>
          </a:xfrm>
          <a:prstGeom prst="rect">
            <a:avLst/>
          </a:prstGeom>
        </p:spPr>
      </p:pic>
      <p:pic>
        <p:nvPicPr>
          <p:cNvPr id="7" name="accenture" descr="accenture logo">
            <a:extLst>
              <a:ext uri="{FF2B5EF4-FFF2-40B4-BE49-F238E27FC236}">
                <a16:creationId xmlns:a16="http://schemas.microsoft.com/office/drawing/2014/main" id="{145CAD81-7743-A093-B6F5-E98233328E5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3822" cy="32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7454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ient &amp; acquisition cover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 descr="Image placeholder for client logo">
            <a:extLst>
              <a:ext uri="{FF2B5EF4-FFF2-40B4-BE49-F238E27FC236}">
                <a16:creationId xmlns:a16="http://schemas.microsoft.com/office/drawing/2014/main" id="{C5FB3CF4-DD64-BD63-23C6-97F8FC097F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3" y="821769"/>
            <a:ext cx="1884233" cy="985085"/>
          </a:xfrm>
          <a:prstGeom prst="rect">
            <a:avLst/>
          </a:prstGeo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 b="0" i="0">
                <a:solidFill>
                  <a:sysClr val="windowText" lastClr="000000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41759CF-E2D4-0A80-7950-4AF5952D5985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3524589"/>
            <a:ext cx="8813534" cy="66479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1313E0C-79AC-2382-CFF0-C1879E03CA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4302038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EF8263C3-A1F7-3492-0FC4-3EB7054D3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78689" y="5495715"/>
            <a:ext cx="282565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bg1"/>
                </a:solidFill>
                <a:latin typeface="Graphik Semibold" panose="020B0703030202060203" pitchFamily="34" charset="0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MM.DD.YYYY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36794D19-B699-311B-25DD-C0D60FC788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182796" y="5781214"/>
            <a:ext cx="5714999" cy="530687"/>
          </a:xfrm>
          <a:prstGeom prst="rect">
            <a:avLst/>
          </a:prstGeom>
        </p:spPr>
        <p:txBody>
          <a:bodyPr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7" name="accenture" descr="accenture logo">
            <a:extLst>
              <a:ext uri="{FF2B5EF4-FFF2-40B4-BE49-F238E27FC236}">
                <a16:creationId xmlns:a16="http://schemas.microsoft.com/office/drawing/2014/main" id="{B644DD64-75F6-CAA6-3062-5DD0649C133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36000" y="6022800"/>
            <a:ext cx="1044000" cy="27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4277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ient &amp; acquisition cover: gradi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dient">
            <a:extLst>
              <a:ext uri="{FF2B5EF4-FFF2-40B4-BE49-F238E27FC236}">
                <a16:creationId xmlns:a16="http://schemas.microsoft.com/office/drawing/2014/main" id="{50E1CD4C-93E5-0BD5-6237-D39D310F8C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invGray">
          <a:xfrm rot="5400000">
            <a:off x="2667738" y="-2666262"/>
            <a:ext cx="6857999" cy="1219052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441759CF-E2D4-0A80-7950-4AF5952D5985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2425701"/>
            <a:ext cx="8813534" cy="1763686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1313E0C-79AC-2382-CFF0-C1879E03CA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4302038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Picture Placeholder 11" descr="Image placeholder for client logo">
            <a:extLst>
              <a:ext uri="{FF2B5EF4-FFF2-40B4-BE49-F238E27FC236}">
                <a16:creationId xmlns:a16="http://schemas.microsoft.com/office/drawing/2014/main" id="{C5FB3CF4-DD64-BD63-23C6-97F8FC097F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3" y="821769"/>
            <a:ext cx="1884233" cy="985085"/>
          </a:xfrm>
          <a:prstGeom prst="rect">
            <a:avLst/>
          </a:prstGeo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EF8263C3-A1F7-3492-0FC4-3EB7054D3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78689" y="5495715"/>
            <a:ext cx="282565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Graphik Semibold" panose="020B0703030202060203" pitchFamily="34" charset="0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MM.DD.YYYY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6794D19-B699-311B-25DD-C0D60FC788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182796" y="5781214"/>
            <a:ext cx="5714999" cy="530687"/>
          </a:xfrm>
          <a:prstGeom prst="rect">
            <a:avLst/>
          </a:prstGeom>
        </p:spPr>
        <p:txBody>
          <a:bodyPr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id="{F9A1CCE7-7706-F83F-4541-BDA00F682BF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19196" y="6016340"/>
            <a:ext cx="1082581" cy="285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1111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: dark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8DFF95F-BC04-BCE4-81EC-25C099CB74A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AR" sz="240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0" y="2187403"/>
            <a:ext cx="3091443" cy="393954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accent2"/>
                </a:solidFill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4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4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59" name="Text Placeholder 8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4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4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3" name="Text Placeholder 12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4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5" name="Text Placeholder 14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4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7" name="Text Placeholder 16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4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9" name="Text Placeholder 18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4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9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6" name="Text Placeholder 20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63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5" name="Text Placeholder 21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7" name="Text Placeholder 22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63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6" name="Text Placeholder 23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8" name="Text Placeholder 24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63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7" name="Text Placeholder 25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63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8" name="Text Placeholder 2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0" name="Text Placeholder 28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63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9" name="Text Placeholder 29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1" name="Text Placeholder 30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63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0" name="Text Placeholder 31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2" name="Text Placeholder 32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63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1" name="Text Placeholder 33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3" name="Text Placeholder 34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63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045241" y="1371603"/>
            <a:ext cx="0" cy="4719487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TS_WH">
            <a:extLst>
              <a:ext uri="{FF2B5EF4-FFF2-40B4-BE49-F238E27FC236}">
                <a16:creationId xmlns:a16="http://schemas.microsoft.com/office/drawing/2014/main" id="{042F1CA7-6A9E-5C2F-F3C0-78D6AFD6C7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01AB161-4BFB-138B-C93C-DFFFE563CF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1600" y="2745679"/>
            <a:ext cx="3091443" cy="24154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0" indent="0">
              <a:buNone/>
              <a:defRPr sz="1800"/>
            </a:lvl2pPr>
            <a:lvl3pPr marL="228594">
              <a:buFont typeface="Graphik" panose="020B0604020202020204" pitchFamily="34" charset="0"/>
              <a:buChar char="•"/>
              <a:defRPr sz="1800"/>
            </a:lvl3pPr>
            <a:lvl4pPr marL="457189">
              <a:buFont typeface="Graphik"/>
              <a:buChar char="–"/>
              <a:defRPr sz="1600"/>
            </a:lvl4pPr>
            <a:lvl5pPr marL="685783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95F63345-6C3E-8981-5F6D-DF2B3FF6475C}"/>
              </a:ext>
            </a:extLst>
          </p:cNvPr>
          <p:cNvSpPr txBox="1"/>
          <p:nvPr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EA0A3F89-649C-BCA9-F69D-4791BE39CE26}"/>
              </a:ext>
            </a:extLst>
          </p:cNvPr>
          <p:cNvSpPr txBox="1"/>
          <p:nvPr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75589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FA4FF600-954F-A932-EB0A-7C9AF337B5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848" y="2187404"/>
            <a:ext cx="3098568" cy="393954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5D79A3D-AC3D-4EB4-AFB4-D6CEFA4231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9948" y="2745679"/>
            <a:ext cx="3093440" cy="24154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6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0" indent="0">
              <a:buNone/>
              <a:defRPr sz="1800"/>
            </a:lvl2pPr>
            <a:lvl3pPr marL="228594">
              <a:buFont typeface="Graphik" panose="020B0604020202020204" pitchFamily="34" charset="0"/>
              <a:buChar char="•"/>
              <a:defRPr sz="1800"/>
            </a:lvl3pPr>
            <a:lvl4pPr marL="457189">
              <a:buFont typeface="Graphik"/>
              <a:buChar char="–"/>
              <a:defRPr sz="1600"/>
            </a:lvl4pPr>
            <a:lvl5pPr marL="685783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4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4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59" name="Text Placeholder 8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4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4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3" name="Text Placeholder 12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4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5" name="Text Placeholder 14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4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7" name="Text Placeholder 16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4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9" name="Text Placeholder 18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4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9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6" name="Text Placeholder 20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63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5" name="Text Placeholder 21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7" name="Text Placeholder 22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63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6" name="Text Placeholder 23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8" name="Text Placeholder 24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63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7" name="Text Placeholder 25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63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8" name="Text Placeholder 2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0" name="Text Placeholder 28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63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9" name="Text Placeholder 29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1" name="Text Placeholder 30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63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0" name="Text Placeholder 31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2" name="Text Placeholder 32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63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1" name="Text Placeholder 33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3" name="Text Placeholder 34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63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045241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86334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: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798FE22-CDE6-88FF-ACBC-FD9C36E03D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349" y="1341439"/>
            <a:ext cx="2329381" cy="47879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7CBA93D-A16D-15A7-59FB-5DA53C303FE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759509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9F85972-AC4E-08A3-B374-8C2AF42D54FD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080176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C21799C-032C-A3F2-FCE9-D7BE2B106CC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406324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solidFill>
                  <a:schemeClr val="tx2"/>
                </a:solidFill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E563D9-F425-062E-85B6-BFD1ECBB98D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726991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439FCDF-0209-75C7-EEFD-72F454BE9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075678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6063D68-A744-CDD7-FA67-D2E3EBBCDB1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59508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8764EE2-7F2F-45E2-82F3-AAF71D3EB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2562457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591D4CA2-E2F2-5487-46F9-665130B94BE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080175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B5359CD-D0A3-6EBD-72CC-C75E6319F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883124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414973FE-1A5A-4784-BBEF-55CFBBF298D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406323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EC62542-3EC7-23B4-6810-D7943AD8A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209272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E4DD7065-8DBD-BB8F-6299-198F246266B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726990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78B4AEA-422E-5B9F-1050-B102C345D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9529939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3392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: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7204A-4462-2F62-F226-525C35783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075678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9ACF502-3E74-91C2-B945-4A140A77E48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350" y="1331548"/>
            <a:ext cx="3130551" cy="481230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6ED4F0B-36A9-C1D2-C829-FDA15A800F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26296" y="1399117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Graphik Semibold" panose="020B0703030202060203" pitchFamily="34" charset="0"/>
              </a:defRPr>
            </a:lvl1pPr>
          </a:lstStyle>
          <a:p>
            <a:pPr lvl="0"/>
            <a:r>
              <a:rPr lang="en-US" dirty="0"/>
              <a:t>Click ##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40A9406-C547-1F85-E71D-853495CEBBB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48043" y="1398093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F21C5D35-2D9B-01B4-73C2-EF565E27FB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26296" y="2376037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Graphik Semibold" panose="020B0703030202060203" pitchFamily="34" charset="0"/>
              </a:defRPr>
            </a:lvl1pPr>
          </a:lstStyle>
          <a:p>
            <a:pPr lvl="0"/>
            <a:r>
              <a:rPr lang="en-US" dirty="0"/>
              <a:t>Click ##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79B9814-F84A-3469-40B8-1C61FBBE11E2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148043" y="2375233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731C7DC5-DAD9-9025-120D-FBB8C142A6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26296" y="3350384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Graphik Semibold" panose="020B0703030202060203" pitchFamily="34" charset="0"/>
              </a:defRPr>
            </a:lvl1pPr>
          </a:lstStyle>
          <a:p>
            <a:pPr lvl="0"/>
            <a:r>
              <a:rPr lang="en-US" dirty="0"/>
              <a:t>Click ##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BE139AE-63B6-C2C1-4D09-17C298F69AB6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148043" y="3352372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8EA33AE2-AAF8-CAB9-E244-AD70E24C3EB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26296" y="4335521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Graphik Semibold" panose="020B0703030202060203" pitchFamily="34" charset="0"/>
              </a:defRPr>
            </a:lvl1pPr>
          </a:lstStyle>
          <a:p>
            <a:pPr lvl="0"/>
            <a:r>
              <a:rPr lang="en-US" dirty="0"/>
              <a:t>Click ##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7111FC3-B91A-E597-25A2-DCDF58B1DF3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148043" y="4329511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8EC9E534-1AD8-73C5-C5AC-15F48DA342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26296" y="5307673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Graphik Semibold" panose="020B0703030202060203" pitchFamily="34" charset="0"/>
              </a:defRPr>
            </a:lvl1pPr>
          </a:lstStyle>
          <a:p>
            <a:pPr lvl="0"/>
            <a:r>
              <a:rPr lang="en-US" dirty="0"/>
              <a:t>Click ##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702F099-923C-04BF-8A6D-959AE146329A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148043" y="5306651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</p:spTree>
    <p:extLst>
      <p:ext uri="{BB962C8B-B14F-4D97-AF65-F5344CB8AC3E}">
        <p14:creationId xmlns:p14="http://schemas.microsoft.com/office/powerpoint/2010/main" val="1709436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: gradi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87111667-186F-DD25-9A4B-3608F196AB7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2B28B826-EFF3-117E-A205-62F240EBE2CC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3776810"/>
            <a:ext cx="5715000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31547BE7-16A3-D21E-ADAC-48D17CDF30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5219056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56C59DBC-B2E5-1892-B37B-68897D1619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89497" y="2433053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Graphik Semibold" panose="020B0703030202060203" pitchFamily="34" charset="0"/>
              </a:defRPr>
            </a:lvl1pPr>
          </a:lstStyle>
          <a:p>
            <a:pPr lvl="0"/>
            <a:r>
              <a:rPr lang="pt-BR" dirty="0"/>
              <a:t>##</a:t>
            </a:r>
            <a:endParaRPr lang="en-AR" dirty="0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08C622A3-6AC3-418E-A8AE-75B117754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white">
          <a:xfrm>
            <a:off x="10499353" y="5752334"/>
            <a:ext cx="509851" cy="559567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329827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: image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352" y="4020089"/>
            <a:ext cx="4205323" cy="787908"/>
          </a:xfrm>
          <a:prstGeom prst="rect">
            <a:avLst/>
          </a:prstGeom>
        </p:spPr>
        <p:txBody>
          <a:bodyPr anchor="b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462BA77-FAF3-D3DC-18C0-2C2257012A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4352" y="2576447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Graphik Semibold" panose="020B0703030202060203" pitchFamily="34" charset="0"/>
              </a:defRPr>
            </a:lvl1pPr>
          </a:lstStyle>
          <a:p>
            <a:pPr lvl="0"/>
            <a:r>
              <a:rPr lang="pt-BR" dirty="0"/>
              <a:t>##</a:t>
            </a:r>
            <a:endParaRPr lang="en-AR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772726BC-B615-3428-7DAF-2FCAE36D30B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4352" y="5080829"/>
            <a:ext cx="4205324" cy="7879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>
                <a:solidFill>
                  <a:schemeClr val="accent2"/>
                </a:solidFill>
                <a:latin typeface="Graphik" panose="020B0503030202060203" pitchFamily="34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2807" y="549275"/>
            <a:ext cx="6278331" cy="5759449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6" name="GTS_WH">
            <a:extLst>
              <a:ext uri="{FF2B5EF4-FFF2-40B4-BE49-F238E27FC236}">
                <a16:creationId xmlns:a16="http://schemas.microsoft.com/office/drawing/2014/main" id="{B99510A1-6B22-EF9F-A1BE-64088860C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" name="copyright">
            <a:extLst>
              <a:ext uri="{FF2B5EF4-FFF2-40B4-BE49-F238E27FC236}">
                <a16:creationId xmlns:a16="http://schemas.microsoft.com/office/drawing/2014/main" id="{3BFEEF07-2489-1DF1-A61D-F05EF6756806}"/>
              </a:ext>
            </a:extLst>
          </p:cNvPr>
          <p:cNvSpPr txBox="1"/>
          <p:nvPr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89017E74-C690-EF85-4C2D-25D3ED0FF55F}"/>
              </a:ext>
            </a:extLst>
          </p:cNvPr>
          <p:cNvSpPr txBox="1"/>
          <p:nvPr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rgbClr val="FFFFFF">
                  <a:alpha val="75000"/>
                </a:srgb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7109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: image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F18E800-DE3F-7813-356B-5ABD49133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352" y="4020089"/>
            <a:ext cx="4205323" cy="787908"/>
          </a:xfrm>
          <a:prstGeom prst="rect">
            <a:avLst/>
          </a:prstGeom>
        </p:spPr>
        <p:txBody>
          <a:bodyPr anchor="b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11" name="Picture Placeholder 18">
            <a:extLst>
              <a:ext uri="{FF2B5EF4-FFF2-40B4-BE49-F238E27FC236}">
                <a16:creationId xmlns:a16="http://schemas.microsoft.com/office/drawing/2014/main" id="{C1C7CFCC-2C79-7017-C82B-A74A2328517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2807" y="549275"/>
            <a:ext cx="6278331" cy="57594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A631764B-7AB2-0534-6571-AAD04310DA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4352" y="5080829"/>
            <a:ext cx="4205324" cy="7879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2823CF50-4615-0652-00EC-47F06086B3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4352" y="2576447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Graphik Semibold" panose="020B0703030202060203" pitchFamily="34" charset="0"/>
              </a:defRPr>
            </a:lvl1pPr>
          </a:lstStyle>
          <a:p>
            <a:pPr lvl="0"/>
            <a:r>
              <a:rPr lang="pt-BR" dirty="0"/>
              <a:t>##</a:t>
            </a:r>
            <a:endParaRPr lang="en-AR" dirty="0"/>
          </a:p>
        </p:txBody>
      </p:sp>
    </p:spTree>
    <p:extLst>
      <p:ext uri="{BB962C8B-B14F-4D97-AF65-F5344CB8AC3E}">
        <p14:creationId xmlns:p14="http://schemas.microsoft.com/office/powerpoint/2010/main" val="36627659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215616-27C6-76EE-5488-166BFD012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644567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title only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TS_WH">
            <a:extLst>
              <a:ext uri="{FF2B5EF4-FFF2-40B4-BE49-F238E27FC236}">
                <a16:creationId xmlns:a16="http://schemas.microsoft.com/office/drawing/2014/main" id="{5B94EC14-19BD-4059-DC76-FAB415316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7088337-B770-9033-B18E-F20E290B6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845820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numbered bullets dark mode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TS_WH">
            <a:extLst>
              <a:ext uri="{FF2B5EF4-FFF2-40B4-BE49-F238E27FC236}">
                <a16:creationId xmlns:a16="http://schemas.microsoft.com/office/drawing/2014/main" id="{5B94EC14-19BD-4059-DC76-FAB415316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solidFill>
                <a:schemeClr val="accent5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7088337-B770-9033-B18E-F20E290B6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B399DA3F-4572-D252-06D8-F77FDA3E4F3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68842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6325E3FE-E322-E468-99F4-AB54161673A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7213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05F341DC-1615-BF26-3E11-E7C93BBCA3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5208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346A6073-19DD-BFEA-265B-416448C27FF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53579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C817BB1-741A-B4D2-8998-7808F772A72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68842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81E65BC6-F788-3A86-EAB2-5E9C6AA562A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57213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78A59011-034B-A4E1-6C3C-7B8CC2C9083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65208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2995DA47-C5B7-57CE-BB2F-D8DF22C66EE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53579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3791AE70-D198-977B-3194-D99863B9AF2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68842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55334FA3-2E0A-0615-2560-B2DC41B4690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7213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5F5DE397-D6A0-D7D6-85BF-7FE7AFED826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65208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1" name="Text Placeholder 9">
            <a:extLst>
              <a:ext uri="{FF2B5EF4-FFF2-40B4-BE49-F238E27FC236}">
                <a16:creationId xmlns:a16="http://schemas.microsoft.com/office/drawing/2014/main" id="{E93286B5-3D1C-B060-1798-83F5D175BF0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53579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B84C73AF-390F-770C-CE5B-5193037C14B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68842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C7D3162B-A725-7B11-308B-B829F919CAF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57213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F1036F6C-1EB0-4671-DED0-7D383AB6A05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765208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0C635698-D554-679D-6A5E-E4E69ABF662E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53579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29114735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numbered bullets light mo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215616-27C6-76EE-5488-166BFD012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77491F38-EA5D-D7B9-CAB2-157B785C36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68842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2419F48-27CD-9483-1EC7-3FB199CA40D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7213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08345CBF-50C2-FB65-17ED-3D6DA4271AC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5208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4AFE20C7-1104-B877-56C6-12779547D57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53579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888AF1FA-5C2F-7A4F-3490-6716382D7C6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68842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70E8484-BCCD-6724-FC4D-BC84FAAE73C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57213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0F859FF9-60D5-2DBD-4D3D-49BD3A4EC22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65208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698D04DC-A35C-18BC-A09D-06ED6125A3F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53579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7AC48787-061F-65B7-CA0E-CA985E032C3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68842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40C38646-2C59-7604-F628-AACD4C03C39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7213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08AF3CEC-3718-6D4C-CF1D-F7582BAC713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65208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9BE62818-1BA0-8973-B3E1-B2AA7A6835E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53579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11860888-916F-055D-8C9B-DC5AE56B0E7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68842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6" name="Text Placeholder 9">
            <a:extLst>
              <a:ext uri="{FF2B5EF4-FFF2-40B4-BE49-F238E27FC236}">
                <a16:creationId xmlns:a16="http://schemas.microsoft.com/office/drawing/2014/main" id="{6C40C10B-9AA5-FB91-4468-195612A4AAB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57213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E87FBBF5-4C4B-2BA9-7671-182C65D1DBA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765208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8" name="Text Placeholder 9">
            <a:extLst>
              <a:ext uri="{FF2B5EF4-FFF2-40B4-BE49-F238E27FC236}">
                <a16:creationId xmlns:a16="http://schemas.microsoft.com/office/drawing/2014/main" id="{E3CD5EEB-45B3-CF04-96A5-62C5367B83C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53579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1281214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5E6475EA-05F8-881F-8077-6C5A70245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3D344E3-E54F-25F8-2F2F-980511EB6BD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2" y="1371601"/>
            <a:ext cx="11077726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latin typeface="Graphik" panose="020B0503030202060203" pitchFamily="34" charset="77"/>
              </a:defRPr>
            </a:lvl1pPr>
            <a:lvl2pPr>
              <a:defRPr sz="1400" b="0" i="0">
                <a:latin typeface="Graphik" panose="020B0503030202060203" pitchFamily="34" charset="77"/>
              </a:defRPr>
            </a:lvl2pPr>
            <a:lvl3pPr>
              <a:defRPr sz="1400" b="0" i="0">
                <a:latin typeface="Graphik" panose="020B0503030202060203" pitchFamily="34" charset="77"/>
              </a:defRPr>
            </a:lvl3pPr>
            <a:lvl4pPr>
              <a:defRPr sz="1050" b="0" i="0">
                <a:latin typeface="Graphik" panose="020B0503030202060203" pitchFamily="34" charset="77"/>
              </a:defRPr>
            </a:lvl4pPr>
            <a:lvl5pPr>
              <a:defRPr sz="105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  <a:lvl7pPr>
              <a:defRPr sz="1100" b="0" i="0">
                <a:latin typeface="Graphik" panose="020B0503030202060203" pitchFamily="34" charset="77"/>
              </a:defRPr>
            </a:lvl7pPr>
            <a:lvl9pPr>
              <a:defRPr sz="11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</p:spTree>
    <p:extLst>
      <p:ext uri="{BB962C8B-B14F-4D97-AF65-F5344CB8AC3E}">
        <p14:creationId xmlns:p14="http://schemas.microsoft.com/office/powerpoint/2010/main" val="28336692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: purple">
    <p:bg>
      <p:bgPr>
        <a:solidFill>
          <a:srgbClr val="4500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TS_WH">
            <a:extLst>
              <a:ext uri="{FF2B5EF4-FFF2-40B4-BE49-F238E27FC236}">
                <a16:creationId xmlns:a16="http://schemas.microsoft.com/office/drawing/2014/main" id="{5EFDEB3F-4743-43EA-A121-ED3CB6054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black">
          <a:xfrm>
            <a:off x="56341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2BD5E18-7BA8-5728-2FF2-876642FDAD1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371601"/>
            <a:ext cx="11077727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chemeClr val="tx1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chemeClr val="tx1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chemeClr val="tx1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5C11A26-2DA7-C2CB-5CA4-C2226E694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77728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255145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1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198A5B9C-C3DA-AD99-4E28-C97B8A81C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3D344E3-E54F-25F8-2F2F-980511EB6BD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371601"/>
            <a:ext cx="11084673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4" name="GTS_WH">
            <a:extLst>
              <a:ext uri="{FF2B5EF4-FFF2-40B4-BE49-F238E27FC236}">
                <a16:creationId xmlns:a16="http://schemas.microsoft.com/office/drawing/2014/main" id="{7F75177E-60CD-488F-76CA-383DF4BA8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7009453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C6DC0A-3CA3-F5A5-5E70-94036764C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EC44ACB-E461-9710-1A88-433105BDF5D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013B68F-B365-32C6-C8B6-66516407E2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684021"/>
            <a:ext cx="11077727" cy="44453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latin typeface="Graphik" panose="020B0503030202060203" pitchFamily="34" charset="77"/>
              </a:defRPr>
            </a:lvl1pPr>
            <a:lvl2pPr>
              <a:defRPr sz="1400" b="0" i="0">
                <a:latin typeface="Graphik" panose="020B0503030202060203" pitchFamily="34" charset="77"/>
              </a:defRPr>
            </a:lvl2pPr>
            <a:lvl3pPr>
              <a:defRPr sz="1400" b="0" i="0">
                <a:latin typeface="Graphik" panose="020B0503030202060203" pitchFamily="34" charset="77"/>
              </a:defRPr>
            </a:lvl3pPr>
            <a:lvl4pPr>
              <a:defRPr sz="1050" b="0" i="0">
                <a:latin typeface="Graphik" panose="020B0503030202060203" pitchFamily="34" charset="77"/>
              </a:defRPr>
            </a:lvl4pPr>
            <a:lvl5pPr>
              <a:defRPr sz="105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  <a:lvl7pPr>
              <a:defRPr sz="1100" b="0" i="0">
                <a:latin typeface="Graphik" panose="020B0503030202060203" pitchFamily="34" charset="77"/>
              </a:defRPr>
            </a:lvl7pPr>
            <a:lvl9pPr>
              <a:defRPr sz="11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</p:spTree>
    <p:extLst>
      <p:ext uri="{BB962C8B-B14F-4D97-AF65-F5344CB8AC3E}">
        <p14:creationId xmlns:p14="http://schemas.microsoft.com/office/powerpoint/2010/main" val="37666776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9">
          <p15:clr>
            <a:srgbClr val="547EBF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2">
            <a:extLst>
              <a:ext uri="{FF2B5EF4-FFF2-40B4-BE49-F238E27FC236}">
                <a16:creationId xmlns:a16="http://schemas.microsoft.com/office/drawing/2014/main" id="{DB73B016-14F1-76F3-AF33-93292F228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C3F8CBC-7C73-A273-514B-A95005E2DFE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013B68F-B365-32C6-C8B6-66516407E2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684021"/>
            <a:ext cx="11077727" cy="44453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4" name="GTS_WH">
            <a:extLst>
              <a:ext uri="{FF2B5EF4-FFF2-40B4-BE49-F238E27FC236}">
                <a16:creationId xmlns:a16="http://schemas.microsoft.com/office/drawing/2014/main" id="{BDF14360-0E2D-7FE6-A174-E8EA0610C6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85646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9">
          <p15:clr>
            <a:srgbClr val="547EBF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2 colum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48701463-9442-1142-516A-464964799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9917C584-C28F-B584-7B0F-55FA025AE20A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371600"/>
            <a:ext cx="5366829" cy="475773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6042C45C-90BD-45D8-3274-EC8F9C34884E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6274309" y="1371600"/>
            <a:ext cx="5366829" cy="475773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21356607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2 columns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4ADD1F44-0234-2D57-4413-4FC6C13C9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3A63DC6-F1D4-F48E-63CC-C7FB269035D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D1F96AC0-D13D-0E71-5754-A36D3204D2CE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844675"/>
            <a:ext cx="5366829" cy="4284663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32746C65-211F-F944-7DC6-636860898795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6274309" y="1844675"/>
            <a:ext cx="5366829" cy="4284663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34441552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1 column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2E7AEC39-79BA-E7A3-BBD2-6D1623631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6" y="572600"/>
            <a:ext cx="4958430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6AA3A1C-64F6-5ED3-5870-9290D090DB5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609787"/>
            <a:ext cx="4958430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9" name="Text Placeholder 3a">
            <a:extLst>
              <a:ext uri="{FF2B5EF4-FFF2-40B4-BE49-F238E27FC236}">
                <a16:creationId xmlns:a16="http://schemas.microsoft.com/office/drawing/2014/main" id="{5D9B6009-93F7-0EA3-7688-ED060527BD22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63411" y="2168501"/>
            <a:ext cx="4951564" cy="632327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DD884840-889C-7E2B-A21E-B460E6632A5E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2857534"/>
            <a:ext cx="4951564" cy="3247991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0AA4D52-B7EF-3A7F-8F6B-EE17D2CD81D7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103368" y="549275"/>
            <a:ext cx="6092648" cy="57594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355595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1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BE54C0EC-61DC-B59E-7818-7970359D5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29CD64B-978B-B166-4177-22D54438A49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4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3a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4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61424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408212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408212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3" name="Content Placeholder 7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408212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lang="en-US" sz="11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lang="en-US" sz="11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24762381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DE0ACE9-87AB-DC33-60CB-7857735C0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109212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6979C23-8BE9-7323-535F-C9F3337F59E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77727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7" y="1844800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7" y="2302000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561427" y="3124961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B5BFA1F-5247-B9BC-754B-6AAF3E525A0B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403235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97F6A55-E927-3DDC-C6BC-9E4F7D33849E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3403235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E79F7D08-14C4-9387-451B-BF223111972A}"/>
              </a:ext>
            </a:extLst>
          </p:cNvPr>
          <p:cNvSpPr>
            <a:spLocks noGrp="1"/>
          </p:cNvSpPr>
          <p:nvPr>
            <p:ph sz="half" idx="36" hasCustomPrompt="1"/>
          </p:nvPr>
        </p:nvSpPr>
        <p:spPr>
          <a:xfrm>
            <a:off x="3403235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96A48BF3-8AA9-50DC-49B0-265A2B870BD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6245043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CA89A9C-8BF9-8CDF-3629-2C1B8ED659BD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6245043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AD7E4C39-2249-402B-D65E-2FB4E6A324A7}"/>
              </a:ext>
            </a:extLst>
          </p:cNvPr>
          <p:cNvSpPr>
            <a:spLocks noGrp="1"/>
          </p:cNvSpPr>
          <p:nvPr>
            <p:ph sz="half" idx="39" hasCustomPrompt="1"/>
          </p:nvPr>
        </p:nvSpPr>
        <p:spPr>
          <a:xfrm>
            <a:off x="6245043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DC7DFE68-FFE1-E798-3629-CF0323B2195E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9086850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0A5C4BB7-F326-497E-84F9-02B889C225A4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9086850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36" name="Content Placeholder 5">
            <a:extLst>
              <a:ext uri="{FF2B5EF4-FFF2-40B4-BE49-F238E27FC236}">
                <a16:creationId xmlns:a16="http://schemas.microsoft.com/office/drawing/2014/main" id="{D4259B04-F910-6FD9-9F42-BCED33ECAEA9}"/>
              </a:ext>
            </a:extLst>
          </p:cNvPr>
          <p:cNvSpPr>
            <a:spLocks noGrp="1"/>
          </p:cNvSpPr>
          <p:nvPr>
            <p:ph sz="half" idx="42" hasCustomPrompt="1"/>
          </p:nvPr>
        </p:nvSpPr>
        <p:spPr>
          <a:xfrm>
            <a:off x="9086850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 </a:t>
            </a:r>
          </a:p>
        </p:txBody>
      </p:sp>
    </p:spTree>
    <p:extLst>
      <p:ext uri="{BB962C8B-B14F-4D97-AF65-F5344CB8AC3E}">
        <p14:creationId xmlns:p14="http://schemas.microsoft.com/office/powerpoint/2010/main" val="249249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5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0743A-ADC6-831B-B51D-02359B5DA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R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E89688D-4CDD-6E55-2855-3448FFAECBE1}"/>
              </a:ext>
            </a:extLst>
          </p:cNvPr>
          <p:cNvCxnSpPr>
            <a:cxnSpLocks/>
          </p:cNvCxnSpPr>
          <p:nvPr/>
        </p:nvCxnSpPr>
        <p:spPr>
          <a:xfrm>
            <a:off x="550863" y="2386126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AD4217-E551-509C-58B9-B95944CCB63E}"/>
              </a:ext>
            </a:extLst>
          </p:cNvPr>
          <p:cNvCxnSpPr>
            <a:cxnSpLocks/>
          </p:cNvCxnSpPr>
          <p:nvPr/>
        </p:nvCxnSpPr>
        <p:spPr>
          <a:xfrm>
            <a:off x="550863" y="3393857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13E1FBEF-5FF1-E9BB-F6B9-7326BB5CB80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609787"/>
            <a:ext cx="4958430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8" name="Text Placeholder 3a">
            <a:extLst>
              <a:ext uri="{FF2B5EF4-FFF2-40B4-BE49-F238E27FC236}">
                <a16:creationId xmlns:a16="http://schemas.microsoft.com/office/drawing/2014/main" id="{B9824907-86E3-1531-50ED-112E1C8CF38B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63411" y="2527859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Graphik Semibold" panose="020B0703030202060203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Text here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F08F731E-CEF1-4878-3FD0-FAD6C27FD39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43153" y="2525284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50" name="Text Placeholder 3a">
            <a:extLst>
              <a:ext uri="{FF2B5EF4-FFF2-40B4-BE49-F238E27FC236}">
                <a16:creationId xmlns:a16="http://schemas.microsoft.com/office/drawing/2014/main" id="{26505188-6359-30FA-BD41-1EE3AE7460F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9948122" y="2527859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52" name="Text Placeholder 3a">
            <a:extLst>
              <a:ext uri="{FF2B5EF4-FFF2-40B4-BE49-F238E27FC236}">
                <a16:creationId xmlns:a16="http://schemas.microsoft.com/office/drawing/2014/main" id="{2F8B0EA0-CACA-263A-C93F-CBC13D1410B5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75960" y="3541109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Graphik Semibold" panose="020B0703030202060203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Text here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C42FCDB-4459-39E5-63C4-5DCECB1F820C}"/>
              </a:ext>
            </a:extLst>
          </p:cNvPr>
          <p:cNvCxnSpPr>
            <a:cxnSpLocks/>
          </p:cNvCxnSpPr>
          <p:nvPr/>
        </p:nvCxnSpPr>
        <p:spPr>
          <a:xfrm>
            <a:off x="563412" y="4412630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 Placeholder 47">
            <a:extLst>
              <a:ext uri="{FF2B5EF4-FFF2-40B4-BE49-F238E27FC236}">
                <a16:creationId xmlns:a16="http://schemas.microsoft.com/office/drawing/2014/main" id="{D9BC5705-EC9D-D2BB-D13E-6DCF41A2CFB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55702" y="3538534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55" name="Text Placeholder 3a">
            <a:extLst>
              <a:ext uri="{FF2B5EF4-FFF2-40B4-BE49-F238E27FC236}">
                <a16:creationId xmlns:a16="http://schemas.microsoft.com/office/drawing/2014/main" id="{63F87C57-352F-9F6B-1FEC-F82F24A89FD5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9960671" y="3541109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691468D-335A-5F09-ECAE-A20FF3432172}"/>
              </a:ext>
            </a:extLst>
          </p:cNvPr>
          <p:cNvCxnSpPr>
            <a:cxnSpLocks/>
          </p:cNvCxnSpPr>
          <p:nvPr/>
        </p:nvCxnSpPr>
        <p:spPr>
          <a:xfrm>
            <a:off x="563411" y="5409319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3a">
            <a:extLst>
              <a:ext uri="{FF2B5EF4-FFF2-40B4-BE49-F238E27FC236}">
                <a16:creationId xmlns:a16="http://schemas.microsoft.com/office/drawing/2014/main" id="{6A205F7E-A1D0-35BC-AC88-4EDB1ABA180C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575959" y="4543321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Graphik Semibold" panose="020B0703030202060203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Text here</a:t>
            </a:r>
          </a:p>
        </p:txBody>
      </p:sp>
      <p:sp>
        <p:nvSpPr>
          <p:cNvPr id="60" name="Text Placeholder 47">
            <a:extLst>
              <a:ext uri="{FF2B5EF4-FFF2-40B4-BE49-F238E27FC236}">
                <a16:creationId xmlns:a16="http://schemas.microsoft.com/office/drawing/2014/main" id="{976843C5-C03A-A8D3-E5FA-0F07BFBDD7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55701" y="4540746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61" name="Text Placeholder 3a">
            <a:extLst>
              <a:ext uri="{FF2B5EF4-FFF2-40B4-BE49-F238E27FC236}">
                <a16:creationId xmlns:a16="http://schemas.microsoft.com/office/drawing/2014/main" id="{99F72155-DC8E-FD59-347A-8E42F7539245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9960670" y="4543321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2" name="Text Placeholder 3a">
            <a:extLst>
              <a:ext uri="{FF2B5EF4-FFF2-40B4-BE49-F238E27FC236}">
                <a16:creationId xmlns:a16="http://schemas.microsoft.com/office/drawing/2014/main" id="{46463B47-CA2F-FBD9-29CC-24F465D0AE42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588508" y="5556571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Graphik Semibold" panose="020B0703030202060203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Text here</a:t>
            </a:r>
          </a:p>
        </p:txBody>
      </p:sp>
      <p:sp>
        <p:nvSpPr>
          <p:cNvPr id="64" name="Text Placeholder 47">
            <a:extLst>
              <a:ext uri="{FF2B5EF4-FFF2-40B4-BE49-F238E27FC236}">
                <a16:creationId xmlns:a16="http://schemas.microsoft.com/office/drawing/2014/main" id="{AE0584A6-3ABE-9106-5EC5-8BBE05F01F0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768250" y="5553996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65" name="Text Placeholder 3a">
            <a:extLst>
              <a:ext uri="{FF2B5EF4-FFF2-40B4-BE49-F238E27FC236}">
                <a16:creationId xmlns:a16="http://schemas.microsoft.com/office/drawing/2014/main" id="{670F6FAD-5A3C-11EB-6E81-8B16B52F81EF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973219" y="5556571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</p:spTree>
    <p:extLst>
      <p:ext uri="{BB962C8B-B14F-4D97-AF65-F5344CB8AC3E}">
        <p14:creationId xmlns:p14="http://schemas.microsoft.com/office/powerpoint/2010/main" val="212712807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spli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/>
        </p:nvSpPr>
        <p:spPr>
          <a:xfrm>
            <a:off x="0" y="0"/>
            <a:ext cx="4876801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8" y="572600"/>
            <a:ext cx="3984536" cy="78790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8" y="1887912"/>
            <a:ext cx="3148429" cy="55048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Text here</a:t>
            </a:r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8" y="2598336"/>
            <a:ext cx="3148429" cy="3512832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CE15062E-1BE5-ECEF-BF47-4CDD412B3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black">
          <a:xfrm>
            <a:off x="56341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342427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lis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7" y="3998977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7" y="4456176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5B306C-DA4C-EE64-1727-749659F0A79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3411" y="2472896"/>
            <a:ext cx="5171607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lang="en-US" sz="180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marL="0" lvl="0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B5BFA1F-5247-B9BC-754B-6AAF3E525A0B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2843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97F6A55-E927-3DDC-C6BC-9E4F7D33849E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2843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96A48BF3-8AA9-50DC-49B0-265A2B870BD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5118171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CA89A9C-8BF9-8CDF-3629-2C1B8ED659BD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5125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DC7DFE68-FFE1-E798-3629-CF0323B2195E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7407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0A5C4BB7-F326-497E-84F9-02B889C225A4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7407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8000A6-6DCD-FF31-392B-5CD7870A0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568" y="1515429"/>
            <a:ext cx="5175672" cy="886396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783FD05-DB3B-FD57-46A5-ACA36397CBF3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692901" y="0"/>
            <a:ext cx="5499100" cy="3429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36E3600-1199-1547-D313-449C38319BD9}"/>
              </a:ext>
            </a:extLst>
          </p:cNvPr>
          <p:cNvSpPr>
            <a:spLocks noGrp="1"/>
          </p:cNvSpPr>
          <p:nvPr>
            <p:ph type="body" idx="43" hasCustomPrompt="1"/>
          </p:nvPr>
        </p:nvSpPr>
        <p:spPr>
          <a:xfrm>
            <a:off x="9689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3D84B231-1D63-35B5-7ECE-7094A7C3BD42}"/>
              </a:ext>
            </a:extLst>
          </p:cNvPr>
          <p:cNvSpPr>
            <a:spLocks noGrp="1"/>
          </p:cNvSpPr>
          <p:nvPr>
            <p:ph type="body" idx="44" hasCustomPrompt="1"/>
          </p:nvPr>
        </p:nvSpPr>
        <p:spPr>
          <a:xfrm>
            <a:off x="9689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3023404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5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text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/>
        </p:nvSpPr>
        <p:spPr>
          <a:xfrm>
            <a:off x="7839456" y="0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6757704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8" y="2330533"/>
            <a:ext cx="3148429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8" y="1887912"/>
            <a:ext cx="3148429" cy="25619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17" name="Text Placeholder 47">
            <a:extLst>
              <a:ext uri="{FF2B5EF4-FFF2-40B4-BE49-F238E27FC236}">
                <a16:creationId xmlns:a16="http://schemas.microsoft.com/office/drawing/2014/main" id="{8ED52606-50DB-73E6-95EA-D88B274B22C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5240" y="2330533"/>
            <a:ext cx="3148429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8" name="Text Placeholder 3a">
            <a:extLst>
              <a:ext uri="{FF2B5EF4-FFF2-40B4-BE49-F238E27FC236}">
                <a16:creationId xmlns:a16="http://schemas.microsoft.com/office/drawing/2014/main" id="{AA248D68-4226-2C8B-DAF1-EBBE3A60A940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135240" y="1887912"/>
            <a:ext cx="3148429" cy="25619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1BFF566D-EEFC-0454-54B0-66CBAB8DA700}"/>
              </a:ext>
            </a:extLst>
          </p:cNvPr>
          <p:cNvSpPr txBox="1"/>
          <p:nvPr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B0F19C31-6554-B271-0340-EE09C970123A}"/>
              </a:ext>
            </a:extLst>
          </p:cNvPr>
          <p:cNvSpPr txBox="1"/>
          <p:nvPr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39324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1 column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9917C584-C28F-B584-7B0F-55FA025AE20A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871331"/>
            <a:ext cx="6898434" cy="4258007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/>
        </p:nvSpPr>
        <p:spPr>
          <a:xfrm>
            <a:off x="7839456" y="0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5D3D732C-3732-CD02-EAC3-668BD05D5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6898434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47">
            <a:extLst>
              <a:ext uri="{FF2B5EF4-FFF2-40B4-BE49-F238E27FC236}">
                <a16:creationId xmlns:a16="http://schemas.microsoft.com/office/drawing/2014/main" id="{48660C5F-04AB-D437-8D1D-398DD42B665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492709" y="2254789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9" name="Text Placeholder 47">
            <a:extLst>
              <a:ext uri="{FF2B5EF4-FFF2-40B4-BE49-F238E27FC236}">
                <a16:creationId xmlns:a16="http://schemas.microsoft.com/office/drawing/2014/main" id="{87445057-4F7B-3130-60F5-D78783A2220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492709" y="3223267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10" name="Text Placeholder 47">
            <a:extLst>
              <a:ext uri="{FF2B5EF4-FFF2-40B4-BE49-F238E27FC236}">
                <a16:creationId xmlns:a16="http://schemas.microsoft.com/office/drawing/2014/main" id="{7153D109-A742-E656-63F7-1203E6EBAA1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492709" y="4191745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C773503D-16B0-06FF-353B-F4C73BE165A6}"/>
              </a:ext>
            </a:extLst>
          </p:cNvPr>
          <p:cNvSpPr txBox="1"/>
          <p:nvPr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11" name="slide number automatic">
            <a:extLst>
              <a:ext uri="{FF2B5EF4-FFF2-40B4-BE49-F238E27FC236}">
                <a16:creationId xmlns:a16="http://schemas.microsoft.com/office/drawing/2014/main" id="{922D4837-A73E-8289-1E8F-AD0D5C3080D2}"/>
              </a:ext>
            </a:extLst>
          </p:cNvPr>
          <p:cNvSpPr txBox="1"/>
          <p:nvPr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05239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: image + white mo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85F087B1-CDA4-427D-C33A-06F752C0B04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9351" y="549276"/>
            <a:ext cx="6091200" cy="57594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550722-1BF3-D08F-D5F2-F357EE4FD5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3033307"/>
            <a:ext cx="4489017" cy="398699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tx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</p:spTree>
    <p:extLst>
      <p:ext uri="{BB962C8B-B14F-4D97-AF65-F5344CB8AC3E}">
        <p14:creationId xmlns:p14="http://schemas.microsoft.com/office/powerpoint/2010/main" val="32419145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: image +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85F087B1-CDA4-427D-C33A-06F752C0B04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9351" y="549276"/>
            <a:ext cx="6091200" cy="57594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0BE08F-518C-6621-8CFD-4A6B4150BC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1244185"/>
            <a:ext cx="4489017" cy="397694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bg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CDD1F25F-57C8-B39C-4928-D5758551C5BE}"/>
              </a:ext>
            </a:extLst>
          </p:cNvPr>
          <p:cNvSpPr txBox="1"/>
          <p:nvPr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5E3D15D-8C37-9915-8ED3-632625C6F4D2}"/>
              </a:ext>
            </a:extLst>
          </p:cNvPr>
          <p:cNvSpPr txBox="1"/>
          <p:nvPr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34231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: image +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A383F73A-0DDB-6544-ADBF-6FC2D5357A9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176B75E-8527-3123-1BF5-5C5B849F38C1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103368" y="549275"/>
            <a:ext cx="6092648" cy="57594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9A332159-0514-2C2D-4B40-662BCE968BE7}"/>
              </a:ext>
            </a:extLst>
          </p:cNvPr>
          <p:cNvSpPr txBox="1"/>
          <p:nvPr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2250694F-F294-16BF-824E-C65B31D78242}"/>
              </a:ext>
            </a:extLst>
          </p:cNvPr>
          <p:cNvSpPr txBox="1"/>
          <p:nvPr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7292A3-796A-5092-2636-A42C4142BA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1319135"/>
            <a:ext cx="4489017" cy="382704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bg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</p:spTree>
    <p:extLst>
      <p:ext uri="{BB962C8B-B14F-4D97-AF65-F5344CB8AC3E}">
        <p14:creationId xmlns:p14="http://schemas.microsoft.com/office/powerpoint/2010/main" val="2960644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key message + image,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2838703"/>
            <a:ext cx="5098087" cy="787908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  <p:sp>
        <p:nvSpPr>
          <p:cNvPr id="3" name="Picture Placeholder 18">
            <a:extLst>
              <a:ext uri="{FF2B5EF4-FFF2-40B4-BE49-F238E27FC236}">
                <a16:creationId xmlns:a16="http://schemas.microsoft.com/office/drawing/2014/main" id="{65F763E4-6449-FB61-1EC3-49C208D39C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57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key message + image,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9BD1E420-1BB8-094F-77D8-F027430B17F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0" name="Picture Placeholder 18">
            <a:extLst>
              <a:ext uri="{FF2B5EF4-FFF2-40B4-BE49-F238E27FC236}">
                <a16:creationId xmlns:a16="http://schemas.microsoft.com/office/drawing/2014/main" id="{9AA3B26C-CA7F-B4DF-EE34-75C3462C65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8D5BD53D-6FAE-CF38-36EC-5B6A69250BA2}"/>
              </a:ext>
            </a:extLst>
          </p:cNvPr>
          <p:cNvSpPr txBox="1"/>
          <p:nvPr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0F9A526-39EE-8272-4753-D784C27C5191}"/>
              </a:ext>
            </a:extLst>
          </p:cNvPr>
          <p:cNvSpPr txBox="1"/>
          <p:nvPr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761EBD1-EAAC-E1FA-6310-1DCDC89C84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2005263"/>
            <a:ext cx="5098087" cy="2454788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</p:spTree>
    <p:extLst>
      <p:ext uri="{BB962C8B-B14F-4D97-AF65-F5344CB8AC3E}">
        <p14:creationId xmlns:p14="http://schemas.microsoft.com/office/powerpoint/2010/main" val="6093200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key message + image,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pyright">
            <a:extLst>
              <a:ext uri="{FF2B5EF4-FFF2-40B4-BE49-F238E27FC236}">
                <a16:creationId xmlns:a16="http://schemas.microsoft.com/office/drawing/2014/main" id="{54E44863-5E53-DDCD-5FA5-173816802E74}"/>
              </a:ext>
            </a:extLst>
          </p:cNvPr>
          <p:cNvSpPr txBox="1"/>
          <p:nvPr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8" name="slide number automatic">
            <a:extLst>
              <a:ext uri="{FF2B5EF4-FFF2-40B4-BE49-F238E27FC236}">
                <a16:creationId xmlns:a16="http://schemas.microsoft.com/office/drawing/2014/main" id="{4F03B290-6E83-1A46-D0DD-7EDFE2CF4967}"/>
              </a:ext>
            </a:extLst>
          </p:cNvPr>
          <p:cNvSpPr txBox="1"/>
          <p:nvPr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9540C7-90CF-ACE6-34AE-174CDEB461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1941095"/>
            <a:ext cx="5098087" cy="2583124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  <p:sp>
        <p:nvSpPr>
          <p:cNvPr id="5" name="Picture Placeholder 18">
            <a:extLst>
              <a:ext uri="{FF2B5EF4-FFF2-40B4-BE49-F238E27FC236}">
                <a16:creationId xmlns:a16="http://schemas.microsoft.com/office/drawing/2014/main" id="{0E1008B6-7792-F7C1-448D-E26EBA7F66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5627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message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9538720-5D87-005C-9D54-D7F07F69BE61}"/>
              </a:ext>
            </a:extLst>
          </p:cNvPr>
          <p:cNvSpPr txBox="1">
            <a:spLocks/>
          </p:cNvSpPr>
          <p:nvPr/>
        </p:nvSpPr>
        <p:spPr>
          <a:xfrm>
            <a:off x="7315200" y="6384001"/>
            <a:ext cx="41148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594">
              <a:spcAft>
                <a:spcPts val="1200"/>
              </a:spcAft>
              <a:defRPr/>
            </a:pPr>
            <a:r>
              <a:rPr lang="en-US" sz="800" b="0" i="0">
                <a:solidFill>
                  <a:schemeClr val="bg1"/>
                </a:solidFill>
                <a:latin typeface="Graphik" panose="020B0503030202060203" pitchFamily="34" charset="77"/>
              </a:rPr>
              <a:t>Copyright © 2025 Accenture. All rights reserved.</a:t>
            </a:r>
          </a:p>
        </p:txBody>
      </p:sp>
      <p:sp>
        <p:nvSpPr>
          <p:cNvPr id="8" name="Slide number automatic">
            <a:extLst>
              <a:ext uri="{FF2B5EF4-FFF2-40B4-BE49-F238E27FC236}">
                <a16:creationId xmlns:a16="http://schemas.microsoft.com/office/drawing/2014/main" id="{4FE121F1-B169-11A8-1F63-C705FECD0AAA}"/>
              </a:ext>
            </a:extLst>
          </p:cNvPr>
          <p:cNvSpPr txBox="1">
            <a:spLocks/>
          </p:cNvSpPr>
          <p:nvPr/>
        </p:nvSpPr>
        <p:spPr>
          <a:xfrm>
            <a:off x="11484000" y="6384001"/>
            <a:ext cx="3276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r" defTabSz="914377" rtl="0" eaLnBrk="1" latinLnBrk="0" hangingPunct="1">
              <a:spcAft>
                <a:spcPts val="1200"/>
              </a:spcAft>
              <a:defRPr/>
            </a:pPr>
            <a:fld id="{73F1C454-A9D8-014C-8BFC-BAC2D203B5DF}" type="slidenum">
              <a:rPr lang="en-US" sz="800" b="0" i="0" kern="120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rPr>
              <a:pPr marL="0" algn="r" defTabSz="914377" rtl="0" eaLnBrk="1" latinLnBrk="0" hangingPunct="1">
                <a:spcAft>
                  <a:spcPts val="1200"/>
                </a:spcAft>
                <a:defRPr/>
              </a:pPr>
              <a:t>‹#›</a:t>
            </a:fld>
            <a:endParaRPr lang="en-US" sz="800" b="0" i="0" kern="1200">
              <a:solidFill>
                <a:schemeClr val="bg1"/>
              </a:solidFill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274A5B-9D05-0703-63C7-382088724F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3179796"/>
            <a:ext cx="7200000" cy="498406"/>
          </a:xfrm>
          <a:prstGeom prst="rect">
            <a:avLst/>
          </a:prstGeom>
        </p:spPr>
        <p:txBody>
          <a:bodyPr anchor="ctr"/>
          <a:lstStyle>
            <a:lvl1pPr algn="l" defTabSz="91437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4000" b="0" i="0" kern="1200">
                <a:solidFill>
                  <a:srgbClr val="000000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key message style</a:t>
            </a:r>
          </a:p>
        </p:txBody>
      </p:sp>
    </p:spTree>
    <p:extLst>
      <p:ext uri="{BB962C8B-B14F-4D97-AF65-F5344CB8AC3E}">
        <p14:creationId xmlns:p14="http://schemas.microsoft.com/office/powerpoint/2010/main" val="28000614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  <p15:guide id="2" pos="2880">
          <p15:clr>
            <a:srgbClr val="C35EA4"/>
          </p15:clr>
        </p15:guide>
        <p15:guide id="3" orient="horz" pos="2707">
          <p15:clr>
            <a:srgbClr val="C35EA4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 message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E36F867-B36A-BD05-3724-F673E9B7FF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2037347"/>
            <a:ext cx="7200000" cy="2783304"/>
          </a:xfrm>
          <a:prstGeom prst="rect">
            <a:avLst/>
          </a:prstGeom>
        </p:spPr>
        <p:txBody>
          <a:bodyPr anchor="ctr"/>
          <a:lstStyle>
            <a:lvl1pPr algn="l" defTabSz="91437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4000" b="0" i="0" kern="1200">
                <a:solidFill>
                  <a:schemeClr val="tx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key message style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EEB57D04-C7D4-5631-C9F1-4248B61F9522}"/>
              </a:ext>
            </a:extLst>
          </p:cNvPr>
          <p:cNvSpPr txBox="1"/>
          <p:nvPr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6D94838E-FC9B-7D11-0B27-05F3B48DF76D}"/>
              </a:ext>
            </a:extLst>
          </p:cNvPr>
          <p:cNvSpPr txBox="1"/>
          <p:nvPr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rgbClr val="FFFFFF">
                  <a:alpha val="75000"/>
                </a:srgbClr>
              </a:solidFill>
              <a:latin typeface="Graphik Semibold" panose="020B0703030202060203" pitchFamily="34" charset="0"/>
            </a:endParaRPr>
          </a:p>
        </p:txBody>
      </p:sp>
      <p:sp>
        <p:nvSpPr>
          <p:cNvPr id="2" name="GTS_WH">
            <a:extLst>
              <a:ext uri="{FF2B5EF4-FFF2-40B4-BE49-F238E27FC236}">
                <a16:creationId xmlns:a16="http://schemas.microsoft.com/office/drawing/2014/main" id="{881075DF-C9D3-AF39-7015-D15BA74DC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9160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: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C386F6A9-4F1A-3944-E7D3-E26B3E55A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34D946-575C-A63A-1F36-F73012F28CC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341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4122B155-BA05-874A-7587-FD87E46FA21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341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9" name="Picture Placeholder 4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92543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530D0-8A8F-68C0-4E3A-39EE60F2A54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92543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0" name="Picture Placeholder 6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28745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220583F-078A-E528-E802-2F888AD1F0C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8745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64947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54AA6FC-4B12-B058-1F73-83023D3E1DF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64947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Picture Placeholder 10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011492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DE7585F8-AF83-86FE-9FDC-FCBB8F0FDCB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011492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8944924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tea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564646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4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3569554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6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6574462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8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 noChangeAspect="1"/>
          </p:cNvSpPr>
          <p:nvPr>
            <p:ph type="pic" sz="quarter" idx="29" hasCustomPrompt="1"/>
          </p:nvPr>
        </p:nvSpPr>
        <p:spPr>
          <a:xfrm>
            <a:off x="9579372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E190AA3D-F653-7DE3-E814-C735080B2FC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4645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845C65E-741B-B706-0B82-1C81A0F6B5D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569554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20C257B-A255-A185-7414-40904B81A8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574463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6CCAA45-3EAB-F22C-1634-630066DF8C2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579371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1017757-DC7D-283B-40ED-71A3ADDFA6E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63944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31352EF7-C8C2-5E64-698B-A2C388CB7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6" y="572600"/>
            <a:ext cx="11070889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949111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team 2 +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8934D7-8F0E-DAC2-009E-72AA89D1034C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6FFCC06-23AF-63BD-C570-7D17CA07D430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12A42FC0-DC57-2DAF-9A2D-A7CC2A4D2438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75D1459B-043F-093D-F414-47A4829412A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F83C65DB-7D3F-C47F-0688-6ED36B4BC359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4C9ABC01-5EC3-7241-7C4A-88F421331E70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44690F9A-3FD8-58C2-C4B6-728AA0AC2DB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8B4CF385-9FC6-70A9-2E90-C43EAE77F58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A8CE1B5A-4E28-77C8-EB90-DDA864C98EE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D17BC01F-7509-B7D1-2FF2-419E3035A67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B5E87864-3492-16F6-7D53-F48ECFF71B6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0882B210-0FE9-9013-3A4F-EBDFFF0F91F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67959CF-959A-6AC4-94D1-25F08AB1C4F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1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BC12817E-BFFB-996F-0414-D71850F8B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1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13019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team 2 +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TS_WH">
            <a:extLst>
              <a:ext uri="{FF2B5EF4-FFF2-40B4-BE49-F238E27FC236}">
                <a16:creationId xmlns:a16="http://schemas.microsoft.com/office/drawing/2014/main" id="{B49891DC-D80E-4D1B-961E-1B567E0E4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C79C29FA-AFA2-CB0C-7716-CE3754DCAD2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50" name="Title 2">
            <a:extLst>
              <a:ext uri="{FF2B5EF4-FFF2-40B4-BE49-F238E27FC236}">
                <a16:creationId xmlns:a16="http://schemas.microsoft.com/office/drawing/2014/main" id="{D9DE4A47-B387-28A0-0CCF-3D113159B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3" name="Picture Placeholder 2">
            <a:extLst>
              <a:ext uri="{FF2B5EF4-FFF2-40B4-BE49-F238E27FC236}">
                <a16:creationId xmlns:a16="http://schemas.microsoft.com/office/drawing/2014/main" id="{B6B30F3E-6876-0883-BD26-A4FC5D74BFEB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64" name="Picture Placeholder 4">
            <a:extLst>
              <a:ext uri="{FF2B5EF4-FFF2-40B4-BE49-F238E27FC236}">
                <a16:creationId xmlns:a16="http://schemas.microsoft.com/office/drawing/2014/main" id="{68CBCB53-EDC2-430A-6091-471E4A3C0E69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5" name="Picture Placeholder 6">
            <a:extLst>
              <a:ext uri="{FF2B5EF4-FFF2-40B4-BE49-F238E27FC236}">
                <a16:creationId xmlns:a16="http://schemas.microsoft.com/office/drawing/2014/main" id="{637BE686-D971-81F4-FECC-526CEF4F381E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6" name="Picture Placeholder 8">
            <a:extLst>
              <a:ext uri="{FF2B5EF4-FFF2-40B4-BE49-F238E27FC236}">
                <a16:creationId xmlns:a16="http://schemas.microsoft.com/office/drawing/2014/main" id="{BA07AFEE-DC74-E7A8-BDBA-BFFE9BF24CD9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Picture Placeholder 10">
            <a:extLst>
              <a:ext uri="{FF2B5EF4-FFF2-40B4-BE49-F238E27FC236}">
                <a16:creationId xmlns:a16="http://schemas.microsoft.com/office/drawing/2014/main" id="{90E75D7F-D480-7A96-4F8E-3631E15DA2AD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8" name="Picture Placeholder 12">
            <a:extLst>
              <a:ext uri="{FF2B5EF4-FFF2-40B4-BE49-F238E27FC236}">
                <a16:creationId xmlns:a16="http://schemas.microsoft.com/office/drawing/2014/main" id="{183F93F6-A09B-A2EF-64C2-4902846E2410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9" name="Text Placeholder 3">
            <a:extLst>
              <a:ext uri="{FF2B5EF4-FFF2-40B4-BE49-F238E27FC236}">
                <a16:creationId xmlns:a16="http://schemas.microsoft.com/office/drawing/2014/main" id="{678182CD-97A5-B632-A606-E290F2E8F00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tx1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0" name="Text Placeholder 4">
            <a:extLst>
              <a:ext uri="{FF2B5EF4-FFF2-40B4-BE49-F238E27FC236}">
                <a16:creationId xmlns:a16="http://schemas.microsoft.com/office/drawing/2014/main" id="{BC20362B-D8E4-FBCA-BA42-83663531AA4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1" name="Text Placeholder 5">
            <a:extLst>
              <a:ext uri="{FF2B5EF4-FFF2-40B4-BE49-F238E27FC236}">
                <a16:creationId xmlns:a16="http://schemas.microsoft.com/office/drawing/2014/main" id="{27B74B01-5E96-C593-2AE8-1AC067D6CF5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2" name="Text Placeholder 6">
            <a:extLst>
              <a:ext uri="{FF2B5EF4-FFF2-40B4-BE49-F238E27FC236}">
                <a16:creationId xmlns:a16="http://schemas.microsoft.com/office/drawing/2014/main" id="{77DA96FA-342F-3709-1656-B7FC6C905DF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3" name="Text Placeholder 7">
            <a:extLst>
              <a:ext uri="{FF2B5EF4-FFF2-40B4-BE49-F238E27FC236}">
                <a16:creationId xmlns:a16="http://schemas.microsoft.com/office/drawing/2014/main" id="{DED6B8B6-1CF0-A57B-C39A-E87D9D3570E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4" name="Text Placeholder 8">
            <a:extLst>
              <a:ext uri="{FF2B5EF4-FFF2-40B4-BE49-F238E27FC236}">
                <a16:creationId xmlns:a16="http://schemas.microsoft.com/office/drawing/2014/main" id="{0A4ACC4B-F1AD-98A5-3F4F-0528E81C50E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39183151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team 2 +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2">
            <a:extLst>
              <a:ext uri="{FF2B5EF4-FFF2-40B4-BE49-F238E27FC236}">
                <a16:creationId xmlns:a16="http://schemas.microsoft.com/office/drawing/2014/main" id="{EE96B902-DA40-F453-88BF-C5A865B07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7" name="Text Placeholder 3">
            <a:extLst>
              <a:ext uri="{FF2B5EF4-FFF2-40B4-BE49-F238E27FC236}">
                <a16:creationId xmlns:a16="http://schemas.microsoft.com/office/drawing/2014/main" id="{BAE735C4-1315-5604-E715-00812A74737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61" name="Picture Placeholder 2">
            <a:extLst>
              <a:ext uri="{FF2B5EF4-FFF2-40B4-BE49-F238E27FC236}">
                <a16:creationId xmlns:a16="http://schemas.microsoft.com/office/drawing/2014/main" id="{F0E9B0EE-00BA-77AC-391E-0B1F0E1E8A9C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8A6DE4FC-AD43-5522-F3DC-8CCFCDC5C1AC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3" name="Picture Placeholder 6">
            <a:extLst>
              <a:ext uri="{FF2B5EF4-FFF2-40B4-BE49-F238E27FC236}">
                <a16:creationId xmlns:a16="http://schemas.microsoft.com/office/drawing/2014/main" id="{1BD069D5-BE5E-6066-FCA3-0DF229CA234F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4" name="Picture Placeholder 8">
            <a:extLst>
              <a:ext uri="{FF2B5EF4-FFF2-40B4-BE49-F238E27FC236}">
                <a16:creationId xmlns:a16="http://schemas.microsoft.com/office/drawing/2014/main" id="{9411D50B-1629-1008-57E7-75FEA9042E4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5" name="Picture Placeholder 10">
            <a:extLst>
              <a:ext uri="{FF2B5EF4-FFF2-40B4-BE49-F238E27FC236}">
                <a16:creationId xmlns:a16="http://schemas.microsoft.com/office/drawing/2014/main" id="{ADF38582-16D1-8220-29AD-F720575DB7C5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6" name="Picture Placeholder 12">
            <a:extLst>
              <a:ext uri="{FF2B5EF4-FFF2-40B4-BE49-F238E27FC236}">
                <a16:creationId xmlns:a16="http://schemas.microsoft.com/office/drawing/2014/main" id="{97C37837-0060-AD69-31D2-1F8111CE8665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Text Placeholder 3">
            <a:extLst>
              <a:ext uri="{FF2B5EF4-FFF2-40B4-BE49-F238E27FC236}">
                <a16:creationId xmlns:a16="http://schemas.microsoft.com/office/drawing/2014/main" id="{E38C952C-69EF-B109-2D9A-0E1226273D9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accent2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8" name="Text Placeholder 4">
            <a:extLst>
              <a:ext uri="{FF2B5EF4-FFF2-40B4-BE49-F238E27FC236}">
                <a16:creationId xmlns:a16="http://schemas.microsoft.com/office/drawing/2014/main" id="{DE8A2EE3-FD03-89B1-82A0-A678E022E3D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9" name="Text Placeholder 5">
            <a:extLst>
              <a:ext uri="{FF2B5EF4-FFF2-40B4-BE49-F238E27FC236}">
                <a16:creationId xmlns:a16="http://schemas.microsoft.com/office/drawing/2014/main" id="{F179A0E0-1EF9-E854-A005-C3FFC783DAD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0" name="Text Placeholder 6">
            <a:extLst>
              <a:ext uri="{FF2B5EF4-FFF2-40B4-BE49-F238E27FC236}">
                <a16:creationId xmlns:a16="http://schemas.microsoft.com/office/drawing/2014/main" id="{98575771-F64F-E2C2-0963-4F7DA15F533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1" name="Text Placeholder 7">
            <a:extLst>
              <a:ext uri="{FF2B5EF4-FFF2-40B4-BE49-F238E27FC236}">
                <a16:creationId xmlns:a16="http://schemas.microsoft.com/office/drawing/2014/main" id="{6067F82A-448D-AF56-DCF9-8FC95A5EA87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2" name="Text Placeholder 8">
            <a:extLst>
              <a:ext uri="{FF2B5EF4-FFF2-40B4-BE49-F238E27FC236}">
                <a16:creationId xmlns:a16="http://schemas.microsoft.com/office/drawing/2014/main" id="{C90D0832-8997-2CF3-4C1C-76EC7DBBE37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GTS_WH">
            <a:extLst>
              <a:ext uri="{FF2B5EF4-FFF2-40B4-BE49-F238E27FC236}">
                <a16:creationId xmlns:a16="http://schemas.microsoft.com/office/drawing/2014/main" id="{B49891DC-D80E-4D1B-961E-1B567E0E4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0537572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: team + column Content: team + column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63409" y="1355292"/>
            <a:ext cx="3540355" cy="47579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Graphik" panose="020B0503030202060203" pitchFamily="34" charset="77"/>
              </a:defRPr>
            </a:lvl1pPr>
            <a:lvl2pPr>
              <a:defRPr sz="1600" b="0" i="0">
                <a:latin typeface="Graphik" panose="020B0503030202060203" pitchFamily="34" charset="77"/>
              </a:defRPr>
            </a:lvl2pPr>
            <a:lvl3pPr>
              <a:defRPr sz="1600" b="0" i="0">
                <a:latin typeface="Graphik" panose="020B0503030202060203" pitchFamily="34" charset="77"/>
              </a:defRPr>
            </a:lvl3pPr>
            <a:lvl4pPr>
              <a:defRPr sz="1400" b="0" i="0">
                <a:latin typeface="Graphik" panose="020B0503030202060203" pitchFamily="34" charset="77"/>
              </a:defRPr>
            </a:lvl4pPr>
            <a:lvl5pPr>
              <a:defRPr sz="14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67B8B3ED-3C30-8209-EC37-30BECCCAC6DF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750100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DC7F0577-7039-34CE-9E81-1E1B5179E19A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532027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389183D5-43A1-CED9-DE7A-152AD40F1DB9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8313954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DC001A2-2BC9-E92E-1900-07D1D55C8448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0095882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D6DEAA1-1809-9174-41B2-A167C7EF0B6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51160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EEA45CAC-A034-EBF8-A42A-D240A01CA2B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32027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4B252BC-9982-2E12-F243-0ED078DBC2F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13954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C6F0EDA-C6BC-1437-B68C-8779352D0B2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95882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29" name="Title 2">
            <a:extLst>
              <a:ext uri="{FF2B5EF4-FFF2-40B4-BE49-F238E27FC236}">
                <a16:creationId xmlns:a16="http://schemas.microsoft.com/office/drawing/2014/main" id="{B87DF950-8C59-5635-493B-47BF5B6B0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6" name="Picture Placeholder 6">
            <a:extLst>
              <a:ext uri="{FF2B5EF4-FFF2-40B4-BE49-F238E27FC236}">
                <a16:creationId xmlns:a16="http://schemas.microsoft.com/office/drawing/2014/main" id="{A515A847-B8F1-0835-FEF9-D0644A3666A3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4750100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7" name="Picture Placeholder 8">
            <a:extLst>
              <a:ext uri="{FF2B5EF4-FFF2-40B4-BE49-F238E27FC236}">
                <a16:creationId xmlns:a16="http://schemas.microsoft.com/office/drawing/2014/main" id="{AFFDAEDA-7A67-EFF8-97FE-53895BDD7346}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6532027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8" name="Picture Placeholder 10">
            <a:extLst>
              <a:ext uri="{FF2B5EF4-FFF2-40B4-BE49-F238E27FC236}">
                <a16:creationId xmlns:a16="http://schemas.microsoft.com/office/drawing/2014/main" id="{CDEC200D-4F91-75FF-B3FC-CC83B1D2B426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8313954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9" name="Picture Placeholder 12">
            <a:extLst>
              <a:ext uri="{FF2B5EF4-FFF2-40B4-BE49-F238E27FC236}">
                <a16:creationId xmlns:a16="http://schemas.microsoft.com/office/drawing/2014/main" id="{0C873EF1-166E-2DEB-DEA4-F4E92E72812A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095882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EE6421DF-C4CF-347F-3F9F-B7C15DD342D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751160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33C744BB-1061-9BD7-2063-D4FC3BA87A04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532027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FB23E977-71EF-1003-3CEF-A8A4D0D7990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313954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3" name="Text Placeholder 8">
            <a:extLst>
              <a:ext uri="{FF2B5EF4-FFF2-40B4-BE49-F238E27FC236}">
                <a16:creationId xmlns:a16="http://schemas.microsoft.com/office/drawing/2014/main" id="{3B567A05-2B76-107C-E1AA-BD5AA1C1C532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095882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</p:spTree>
    <p:extLst>
      <p:ext uri="{BB962C8B-B14F-4D97-AF65-F5344CB8AC3E}">
        <p14:creationId xmlns:p14="http://schemas.microsoft.com/office/powerpoint/2010/main" val="16811896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team + column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2">
            <a:extLst>
              <a:ext uri="{FF2B5EF4-FFF2-40B4-BE49-F238E27FC236}">
                <a16:creationId xmlns:a16="http://schemas.microsoft.com/office/drawing/2014/main" id="{AF158A12-E108-974D-4A28-D2DDBC9F2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A02CBC2-D34A-FE3B-A3F7-4E4A194F266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63409" y="1355292"/>
            <a:ext cx="3540355" cy="47579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Graphik" panose="020B0503030202060203" pitchFamily="34" charset="77"/>
              </a:defRPr>
            </a:lvl1pPr>
            <a:lvl2pPr>
              <a:defRPr sz="1600" b="0" i="0">
                <a:latin typeface="Graphik" panose="020B0503030202060203" pitchFamily="34" charset="77"/>
              </a:defRPr>
            </a:lvl2pPr>
            <a:lvl3pPr>
              <a:defRPr sz="1600" b="0" i="0">
                <a:latin typeface="Graphik" panose="020B0503030202060203" pitchFamily="34" charset="77"/>
              </a:defRPr>
            </a:lvl3pPr>
            <a:lvl4pPr>
              <a:defRPr sz="1400" b="0" i="0">
                <a:latin typeface="Graphik" panose="020B0503030202060203" pitchFamily="34" charset="77"/>
              </a:defRPr>
            </a:lvl4pPr>
            <a:lvl5pPr>
              <a:defRPr sz="14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59" name="Picture Placeholder 6">
            <a:extLst>
              <a:ext uri="{FF2B5EF4-FFF2-40B4-BE49-F238E27FC236}">
                <a16:creationId xmlns:a16="http://schemas.microsoft.com/office/drawing/2014/main" id="{D9BDCE52-89A2-2B74-090A-1C2EF4190943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750100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0" name="Picture Placeholder 8">
            <a:extLst>
              <a:ext uri="{FF2B5EF4-FFF2-40B4-BE49-F238E27FC236}">
                <a16:creationId xmlns:a16="http://schemas.microsoft.com/office/drawing/2014/main" id="{719A3D27-6186-F931-9BF2-812767B56DF4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532027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1" name="Picture Placeholder 10">
            <a:extLst>
              <a:ext uri="{FF2B5EF4-FFF2-40B4-BE49-F238E27FC236}">
                <a16:creationId xmlns:a16="http://schemas.microsoft.com/office/drawing/2014/main" id="{221FD96F-56ED-3F4E-D5EC-ECE899136886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8313954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2" name="Picture Placeholder 12">
            <a:extLst>
              <a:ext uri="{FF2B5EF4-FFF2-40B4-BE49-F238E27FC236}">
                <a16:creationId xmlns:a16="http://schemas.microsoft.com/office/drawing/2014/main" id="{BE2DD9EE-FBA3-C33C-873A-4515866F5D79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0095882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Picture Placeholder 6">
            <a:extLst>
              <a:ext uri="{FF2B5EF4-FFF2-40B4-BE49-F238E27FC236}">
                <a16:creationId xmlns:a16="http://schemas.microsoft.com/office/drawing/2014/main" id="{B77582B8-1D1F-CACA-D550-1CD5A949EEA4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4750100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8" name="Picture Placeholder 8">
            <a:extLst>
              <a:ext uri="{FF2B5EF4-FFF2-40B4-BE49-F238E27FC236}">
                <a16:creationId xmlns:a16="http://schemas.microsoft.com/office/drawing/2014/main" id="{17E0A0A0-43CE-5971-7C1E-E8F5AFA224E0}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6532027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9" name="Picture Placeholder 10">
            <a:extLst>
              <a:ext uri="{FF2B5EF4-FFF2-40B4-BE49-F238E27FC236}">
                <a16:creationId xmlns:a16="http://schemas.microsoft.com/office/drawing/2014/main" id="{40572D3B-08EC-27FB-6A1E-C67DB00074BA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8313954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70" name="Picture Placeholder 12">
            <a:extLst>
              <a:ext uri="{FF2B5EF4-FFF2-40B4-BE49-F238E27FC236}">
                <a16:creationId xmlns:a16="http://schemas.microsoft.com/office/drawing/2014/main" id="{D5EF76A9-F22D-ED1F-C0F0-815EF85BAB71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095882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CEDE1E1C-A17A-6673-F251-3E95D2B9A94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51160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EB75AE2-2832-8C3E-9FFF-A5DFC859EF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32027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89767B47-D047-556C-4306-FDB23A31369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13954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5FA34033-541B-ACBB-7450-5B6532CB8D0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95882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C7EC0A-DE98-38CE-AFC3-B90030BE5ED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751160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90A955C-7D16-1E89-F214-1FE4ABD4D8D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532027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2562963-2880-9DF0-CBA4-3B8CB37B8C6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313954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61BD90B-C753-B163-80B8-1E78E44062C3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095882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1" name="GTS_Purple">
            <a:extLst>
              <a:ext uri="{FF2B5EF4-FFF2-40B4-BE49-F238E27FC236}">
                <a16:creationId xmlns:a16="http://schemas.microsoft.com/office/drawing/2014/main" id="{B69C02E9-D221-652D-E7A0-F40E48E0A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553175" y="6390824"/>
            <a:ext cx="183203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8143381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column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4567" y="1608762"/>
            <a:ext cx="4684835" cy="46999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549276"/>
            <a:ext cx="5541431" cy="57594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raphik" panose="020B0604020202020204" pitchFamily="34" charset="0"/>
              <a:buNone/>
              <a:defRPr lang="en-US" sz="14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GB"/>
              <a:t>Drag picture to placeholder or click icon to add, then ‘Send to Back’</a:t>
            </a:r>
            <a:endParaRPr lang="en-US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5DA1A25-51CF-5AD1-5E56-0DCBF1E1C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599"/>
            <a:ext cx="4684836" cy="91683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32412D-AD03-BACB-C691-EC79CDF8A06A}"/>
              </a:ext>
            </a:extLst>
          </p:cNvPr>
          <p:cNvSpPr txBox="1"/>
          <p:nvPr/>
        </p:nvSpPr>
        <p:spPr>
          <a:xfrm>
            <a:off x="5618375" y="268663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641989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: column + image,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C6C9FFF-540B-B570-4E7C-61946F9149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3256" y="1354138"/>
            <a:ext cx="4595950" cy="1034129"/>
          </a:xfrm>
          <a:prstGeom prst="rect">
            <a:avLst/>
          </a:prstGeom>
        </p:spPr>
        <p:txBody>
          <a:bodyPr anchor="b"/>
          <a:lstStyle>
            <a:lvl1pPr>
              <a:defRPr sz="4200"/>
            </a:lvl1pPr>
          </a:lstStyle>
          <a:p>
            <a:r>
              <a:rPr lang="en-GB"/>
              <a:t>Click to edit Section title style</a:t>
            </a:r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549275"/>
            <a:ext cx="6007099" cy="5561126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0" tIns="210312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45230204-CC18-5C95-0BFC-9C8E11430B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33256" y="2662862"/>
            <a:ext cx="4684835" cy="3598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717D1E3E-BD53-CBF3-62AF-19504EE81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2474523B-1F34-A604-B640-C5B887005C9D}"/>
              </a:ext>
            </a:extLst>
          </p:cNvPr>
          <p:cNvSpPr txBox="1"/>
          <p:nvPr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28236719-F299-27AE-8104-D07B5280084D}"/>
              </a:ext>
            </a:extLst>
          </p:cNvPr>
          <p:cNvSpPr txBox="1"/>
          <p:nvPr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rgbClr val="FFFFFF">
                  <a:alpha val="75000"/>
                </a:srgb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23016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: column + image,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E89B75D-7DDF-ED09-FE69-8B56D6AED9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3256" y="1354138"/>
            <a:ext cx="4595950" cy="1034129"/>
          </a:xfrm>
          <a:prstGeom prst="rect">
            <a:avLst/>
          </a:prstGeom>
        </p:spPr>
        <p:txBody>
          <a:bodyPr anchor="b"/>
          <a:lstStyle>
            <a:lvl1pPr>
              <a:defRPr sz="4200"/>
            </a:lvl1pPr>
          </a:lstStyle>
          <a:p>
            <a:r>
              <a:rPr lang="en-GB"/>
              <a:t>Click to edit Section title style</a:t>
            </a:r>
            <a:endParaRPr lang="en-US"/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B4655C9C-EA3F-C392-C162-DB5AFB91842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33256" y="2662862"/>
            <a:ext cx="4684835" cy="3598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4" name="Picture Placeholder 35">
            <a:extLst>
              <a:ext uri="{FF2B5EF4-FFF2-40B4-BE49-F238E27FC236}">
                <a16:creationId xmlns:a16="http://schemas.microsoft.com/office/drawing/2014/main" id="{E30B0B1B-B70F-0FD3-F9A3-B0EE6C801E7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549275"/>
            <a:ext cx="6007100" cy="5561126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0" tIns="210312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717D1E3E-BD53-CBF3-62AF-19504EE81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71CDECC6-DEE3-D5F7-A7C8-D4473D9F4F71}"/>
              </a:ext>
            </a:extLst>
          </p:cNvPr>
          <p:cNvSpPr txBox="1"/>
          <p:nvPr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829128A2-7647-DB1F-6198-C2A2C402A7BC}"/>
              </a:ext>
            </a:extLst>
          </p:cNvPr>
          <p:cNvSpPr txBox="1"/>
          <p:nvPr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rgbClr val="FFFFFF">
                  <a:alpha val="75000"/>
                </a:srgb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94380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custo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9BDC0A4D-E346-3CCE-788C-9669BEFC9B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9" y="1351442"/>
            <a:ext cx="4118519" cy="1772793"/>
          </a:xfrm>
          <a:prstGeom prst="rect">
            <a:avLst/>
          </a:prstGeo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18" name="Picture Placeholder 18">
            <a:extLst>
              <a:ext uri="{FF2B5EF4-FFF2-40B4-BE49-F238E27FC236}">
                <a16:creationId xmlns:a16="http://schemas.microsoft.com/office/drawing/2014/main" id="{D9945356-3D82-526D-F3EC-EF9A544BCDC7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5040827" y="554497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602F9E-5DF1-F42B-7D21-8791F0ABAE8F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068197" y="2302697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043D01E8-2D14-8582-D392-AC17CD2A419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8516471" y="554497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286CD00-6CFB-20C2-A09E-D720E0360520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516471" y="2302697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Picture Placeholder 18">
            <a:extLst>
              <a:ext uri="{FF2B5EF4-FFF2-40B4-BE49-F238E27FC236}">
                <a16:creationId xmlns:a16="http://schemas.microsoft.com/office/drawing/2014/main" id="{5552C60D-F6B3-15A8-3518-C6B4BC2F4D3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040827" y="3650689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0C3EB0FF-A89F-1F16-2674-8CA149E690B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5068197" y="5404111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8BB12B5F-02FD-86E4-33E5-F8118970C9C9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8516471" y="3650689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2CFC039C-2FE3-6F68-1711-363159A29E21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516471" y="5404111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53760005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statistics + image, light and pur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B918B6-32FF-4857-A645-C1032AFAEF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1" y="1085532"/>
            <a:ext cx="5292575" cy="984885"/>
          </a:xfrm>
          <a:prstGeom prst="rect">
            <a:avLst/>
          </a:prstGeom>
        </p:spPr>
        <p:txBody>
          <a:bodyPr anchor="ctr"/>
          <a:lstStyle>
            <a:lvl1pPr>
              <a:defRPr sz="4000"/>
            </a:lvl1pPr>
          </a:lstStyle>
          <a:p>
            <a:r>
              <a:rPr lang="en-US"/>
              <a:t>Place headline in </a:t>
            </a:r>
            <a:r>
              <a:rPr lang="en-US" err="1"/>
              <a:t>Graphik</a:t>
            </a:r>
            <a:r>
              <a:rPr lang="en-US"/>
              <a:t> Semibold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0"/>
            <a:ext cx="3048024" cy="30894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5" y="319269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0E13751C-7DFF-BC74-C2E3-F873D7210D7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525004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089456"/>
            <a:ext cx="3048000" cy="30398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marL="228594" lvl="0" indent="-228594" algn="ctr"/>
            <a:r>
              <a:rPr lang="en-GB"/>
              <a:t>Drag picture to placeholder </a:t>
            </a:r>
          </a:p>
          <a:p>
            <a:pPr marL="228594" lvl="0" indent="-228594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white">
          <a:xfrm>
            <a:off x="3048000" y="3089456"/>
            <a:ext cx="3047968" cy="30398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solidFill>
                <a:srgbClr val="FFFFFF"/>
              </a:solidFill>
              <a:latin typeface="Graphik" panose="020B0503030202060203" pitchFamily="34" charset="77"/>
            </a:endParaRP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0" i="0" kern="1200" dirty="0">
                <a:solidFill>
                  <a:schemeClr val="bg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CEAEA-C612-CFB5-8548-FA7A606FA78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28948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0" name="Text Placeholder 9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C15EB609-6106-F616-161A-9233408C623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76916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white">
          <a:xfrm>
            <a:off x="9144056" y="3089456"/>
            <a:ext cx="3047944" cy="30398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5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DB439E6-E715-1347-EEE3-DF2D5F246A0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525004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Bottom tag">
            <a:extLst>
              <a:ext uri="{FF2B5EF4-FFF2-40B4-BE49-F238E27FC236}">
                <a16:creationId xmlns:a16="http://schemas.microsoft.com/office/drawing/2014/main" id="{F77F3A03-358C-60D3-DCF9-8A5F83118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2" name="GTS_WH">
            <a:extLst>
              <a:ext uri="{FF2B5EF4-FFF2-40B4-BE49-F238E27FC236}">
                <a16:creationId xmlns:a16="http://schemas.microsoft.com/office/drawing/2014/main" id="{DBC74FCB-98B7-4709-AC5F-5575E6BA2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281AFB62-DF00-C781-B194-BA35B5F26EDD}"/>
              </a:ext>
            </a:extLst>
          </p:cNvPr>
          <p:cNvSpPr txBox="1"/>
          <p:nvPr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5A95B4E2-055A-BEE2-36E8-45DD70D13404}"/>
              </a:ext>
            </a:extLst>
          </p:cNvPr>
          <p:cNvSpPr txBox="1"/>
          <p:nvPr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69381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statistics + image, dark and purpl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B918B6-32FF-4857-A645-C1032AFAEF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1" y="1085532"/>
            <a:ext cx="5312727" cy="984885"/>
          </a:xfrm>
          <a:prstGeom prst="rect">
            <a:avLst/>
          </a:prstGeom>
        </p:spPr>
        <p:txBody>
          <a:bodyPr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Place headline in </a:t>
            </a:r>
            <a:r>
              <a:rPr lang="en-US" err="1"/>
              <a:t>Graphik</a:t>
            </a:r>
            <a:r>
              <a:rPr lang="en-US"/>
              <a:t> Semibold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6032" y="-1"/>
            <a:ext cx="3048024" cy="30740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10" y="303835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202CA0A6-65B9-D658-1AEC-00085854F84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525004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074022"/>
            <a:ext cx="3048000" cy="30553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marL="228594" lvl="0" indent="-228594" algn="ctr"/>
            <a:r>
              <a:rPr lang="en-GB"/>
              <a:t>Drag picture to placeholder </a:t>
            </a:r>
          </a:p>
          <a:p>
            <a:pPr marL="228594" lvl="0" indent="-228594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white">
          <a:xfrm>
            <a:off x="3048000" y="3074022"/>
            <a:ext cx="3047968" cy="30553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0" i="0" kern="1200" dirty="0">
                <a:solidFill>
                  <a:schemeClr val="bg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FC923C6-9E63-5C37-D6CE-0C0C7F31BA1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28948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0" name="Text Placeholder 9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8E3ED24E-CC9B-F99D-ABD2-271CAAC31C7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76916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white">
          <a:xfrm>
            <a:off x="9144056" y="3074022"/>
            <a:ext cx="3047944" cy="30553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5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rgbClr val="FFFFFF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B939A4D-3841-382E-4112-16375BBF9CD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525004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GTS_WH">
            <a:extLst>
              <a:ext uri="{FF2B5EF4-FFF2-40B4-BE49-F238E27FC236}">
                <a16:creationId xmlns:a16="http://schemas.microsoft.com/office/drawing/2014/main" id="{E60B30CA-91CE-53D4-4E41-25E962661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2" name="copyright">
            <a:extLst>
              <a:ext uri="{FF2B5EF4-FFF2-40B4-BE49-F238E27FC236}">
                <a16:creationId xmlns:a16="http://schemas.microsoft.com/office/drawing/2014/main" id="{C6DCEC7C-94EF-9488-4BC9-3AC6108281E8}"/>
              </a:ext>
            </a:extLst>
          </p:cNvPr>
          <p:cNvSpPr txBox="1"/>
          <p:nvPr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13" name="slide number automatic">
            <a:extLst>
              <a:ext uri="{FF2B5EF4-FFF2-40B4-BE49-F238E27FC236}">
                <a16:creationId xmlns:a16="http://schemas.microsoft.com/office/drawing/2014/main" id="{DFF01EE3-5EDD-45BD-F1D7-076E2C959DD2}"/>
              </a:ext>
            </a:extLst>
          </p:cNvPr>
          <p:cNvSpPr txBox="1"/>
          <p:nvPr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14689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: statistics light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9">
            <a:extLst>
              <a:ext uri="{FF2B5EF4-FFF2-40B4-BE49-F238E27FC236}">
                <a16:creationId xmlns:a16="http://schemas.microsoft.com/office/drawing/2014/main" id="{DD3BC9E6-13A7-8817-A32A-4CC03E873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376463"/>
            <a:ext cx="2285999" cy="931437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533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C27019-ACF1-C483-EFEB-3CC77DD9EFC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71503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5" y="381002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A7B63BD-36F9-7F57-E2CF-44D615E0F8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28995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1503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algn="l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F970BA5E-9C63-BA7D-B45C-5186452F240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1503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5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algn="l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FAE69D-63C7-3796-16D2-0EA82AB2766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28995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3076800"/>
            <a:ext cx="609600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43247" y="-1"/>
            <a:ext cx="0" cy="619200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35">
            <a:extLst>
              <a:ext uri="{FF2B5EF4-FFF2-40B4-BE49-F238E27FC236}">
                <a16:creationId xmlns:a16="http://schemas.microsoft.com/office/drawing/2014/main" id="{EF1A1C24-C0B7-DF19-B492-C0ED29CE9AF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129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572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4" name="Bottom tag">
            <a:extLst>
              <a:ext uri="{FF2B5EF4-FFF2-40B4-BE49-F238E27FC236}">
                <a16:creationId xmlns:a16="http://schemas.microsoft.com/office/drawing/2014/main" id="{5F2E67CA-5DA7-3CD1-C175-808A139DD2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B51A4FC9-6DF5-ABE3-94E1-8598B7A527EA}"/>
              </a:ext>
            </a:extLst>
          </p:cNvPr>
          <p:cNvSpPr txBox="1"/>
          <p:nvPr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C826E34F-821D-D174-AEA1-2830AED1A7A3}"/>
              </a:ext>
            </a:extLst>
          </p:cNvPr>
          <p:cNvSpPr txBox="1"/>
          <p:nvPr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  <p:sp>
        <p:nvSpPr>
          <p:cNvPr id="13" name="GTS_WH">
            <a:extLst>
              <a:ext uri="{FF2B5EF4-FFF2-40B4-BE49-F238E27FC236}">
                <a16:creationId xmlns:a16="http://schemas.microsoft.com/office/drawing/2014/main" id="{8F51FE85-6E94-3AD8-FB82-A8BAB773D7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0890048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: statistics dark 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0352A97-ED89-7C2F-0063-10DA374CB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376463"/>
            <a:ext cx="2285999" cy="931437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533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F6B6460F-92C4-7868-A99F-7C747B39009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71503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5" y="381002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EAF65655-CFF6-96F8-B90D-8BE8496D680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28995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1503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4F0D47A-40F3-3312-FD52-DB56907BD07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1503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5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6AFAE1-C867-607D-7626-06B37DD8931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28995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129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572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3076800"/>
            <a:ext cx="609600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43247" y="-1"/>
            <a:ext cx="0" cy="619200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Bottom tag">
            <a:extLst>
              <a:ext uri="{FF2B5EF4-FFF2-40B4-BE49-F238E27FC236}">
                <a16:creationId xmlns:a16="http://schemas.microsoft.com/office/drawing/2014/main" id="{C7D43BFE-04FF-915B-AF75-EF92EB85E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50DFD68-7311-16D8-3418-1A322FD33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6124800"/>
            <a:ext cx="1219200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pyright">
            <a:extLst>
              <a:ext uri="{FF2B5EF4-FFF2-40B4-BE49-F238E27FC236}">
                <a16:creationId xmlns:a16="http://schemas.microsoft.com/office/drawing/2014/main" id="{6F38CEE2-3D5C-A0E3-1BE3-09AB0AC25463}"/>
              </a:ext>
            </a:extLst>
          </p:cNvPr>
          <p:cNvSpPr txBox="1"/>
          <p:nvPr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6" name="slide number automatic">
            <a:extLst>
              <a:ext uri="{FF2B5EF4-FFF2-40B4-BE49-F238E27FC236}">
                <a16:creationId xmlns:a16="http://schemas.microsoft.com/office/drawing/2014/main" id="{FC53484B-EB21-70B6-32DD-8344CAE70A1C}"/>
              </a:ext>
            </a:extLst>
          </p:cNvPr>
          <p:cNvSpPr txBox="1"/>
          <p:nvPr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  <p:sp>
        <p:nvSpPr>
          <p:cNvPr id="12" name="GTS_WH">
            <a:extLst>
              <a:ext uri="{FF2B5EF4-FFF2-40B4-BE49-F238E27FC236}">
                <a16:creationId xmlns:a16="http://schemas.microsoft.com/office/drawing/2014/main" id="{2DFC2805-A4A5-BE1F-72EF-71C8FE15A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956848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: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406901E-2FDA-B887-CCF5-FADFC0C3B9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599460"/>
            <a:ext cx="4895849" cy="984885"/>
          </a:xfrm>
          <a:prstGeom prst="rect">
            <a:avLst/>
          </a:prstGeom>
        </p:spPr>
        <p:txBody>
          <a:bodyPr anchor="ctr"/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salutation style</a:t>
            </a:r>
            <a:endParaRPr lang="en-US"/>
          </a:p>
        </p:txBody>
      </p:sp>
      <p:pic>
        <p:nvPicPr>
          <p:cNvPr id="2" name="GT white">
            <a:extLst>
              <a:ext uri="{FF2B5EF4-FFF2-40B4-BE49-F238E27FC236}">
                <a16:creationId xmlns:a16="http://schemas.microsoft.com/office/drawing/2014/main" id="{64951822-2C90-C040-C685-A9310D236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3638" y="5459982"/>
            <a:ext cx="609857" cy="669356"/>
          </a:xfrm>
          <a:prstGeom prst="rect">
            <a:avLst/>
          </a:prstGeom>
        </p:spPr>
      </p:pic>
      <p:sp>
        <p:nvSpPr>
          <p:cNvPr id="4" name="copyright">
            <a:extLst>
              <a:ext uri="{FF2B5EF4-FFF2-40B4-BE49-F238E27FC236}">
                <a16:creationId xmlns:a16="http://schemas.microsoft.com/office/drawing/2014/main" id="{5D5952F7-6C63-8F87-4E22-999BB41F26C3}"/>
              </a:ext>
            </a:extLst>
          </p:cNvPr>
          <p:cNvSpPr txBox="1"/>
          <p:nvPr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540D3C9F-6433-4B02-3A65-24CE972551FF}"/>
              </a:ext>
            </a:extLst>
          </p:cNvPr>
          <p:cNvSpPr txBox="1"/>
          <p:nvPr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tx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86260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2651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opyright">
            <a:extLst>
              <a:ext uri="{FF2B5EF4-FFF2-40B4-BE49-F238E27FC236}">
                <a16:creationId xmlns:a16="http://schemas.microsoft.com/office/drawing/2014/main" id="{8DEAF7F0-ADBE-DA4B-80DE-727BD0E615AA}"/>
              </a:ext>
            </a:extLst>
          </p:cNvPr>
          <p:cNvSpPr txBox="1"/>
          <p:nvPr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tx1">
                  <a:lumMod val="50000"/>
                  <a:lumOff val="50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26" name="slide number automatic">
            <a:extLst>
              <a:ext uri="{FF2B5EF4-FFF2-40B4-BE49-F238E27FC236}">
                <a16:creationId xmlns:a16="http://schemas.microsoft.com/office/drawing/2014/main" id="{A54DE5B9-F305-CC4E-9A6A-0DC78956D275}"/>
              </a:ext>
            </a:extLst>
          </p:cNvPr>
          <p:cNvSpPr txBox="1"/>
          <p:nvPr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tx1">
                  <a:lumMod val="50000"/>
                  <a:lumOff val="50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0" y="558086"/>
            <a:ext cx="11357865" cy="39395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b="1" i="0">
                <a:latin typeface="Graphik Semibold" panose="020B0503030202060203" pitchFamily="34" charset="77"/>
              </a:rPr>
              <a:t>Place headline here in </a:t>
            </a:r>
            <a:r>
              <a:rPr lang="en-US" b="1" i="0" err="1">
                <a:latin typeface="Graphik Semibold" panose="020B0503030202060203" pitchFamily="34" charset="77"/>
              </a:rPr>
              <a:t>Graphik</a:t>
            </a:r>
            <a:r>
              <a:rPr lang="en-US" b="1" i="0">
                <a:latin typeface="Graphik Semibold" panose="020B0503030202060203" pitchFamily="34" charset="77"/>
              </a:rPr>
              <a:t> Semibold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60" y="1371601"/>
            <a:ext cx="11357865" cy="476686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(copy)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7"/>
            <a:r>
              <a:rPr lang="en-US"/>
              <a:t>EIGHT LEVEL (DESCRIPTOR)</a:t>
            </a:r>
          </a:p>
          <a:p>
            <a:pPr lvl="8"/>
            <a:r>
              <a:rPr lang="en-US"/>
              <a:t>Ninth level (footer)</a:t>
            </a:r>
          </a:p>
        </p:txBody>
      </p:sp>
      <p:sp>
        <p:nvSpPr>
          <p:cNvPr id="4" name="GTS_Purple">
            <a:extLst>
              <a:ext uri="{FF2B5EF4-FFF2-40B4-BE49-F238E27FC236}">
                <a16:creationId xmlns:a16="http://schemas.microsoft.com/office/drawing/2014/main" id="{43975608-6DA8-9707-7CBD-C871ED474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553175" y="6390824"/>
            <a:ext cx="183203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601026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  <p:sldLayoutId id="2147483706" r:id="rId20"/>
    <p:sldLayoutId id="2147483707" r:id="rId21"/>
    <p:sldLayoutId id="2147483708" r:id="rId22"/>
    <p:sldLayoutId id="2147483709" r:id="rId23"/>
    <p:sldLayoutId id="2147483710" r:id="rId24"/>
    <p:sldLayoutId id="2147483711" r:id="rId25"/>
    <p:sldLayoutId id="2147483712" r:id="rId26"/>
    <p:sldLayoutId id="2147483713" r:id="rId27"/>
    <p:sldLayoutId id="2147483714" r:id="rId28"/>
    <p:sldLayoutId id="2147483715" r:id="rId29"/>
    <p:sldLayoutId id="2147483716" r:id="rId30"/>
    <p:sldLayoutId id="2147483717" r:id="rId31"/>
    <p:sldLayoutId id="2147483718" r:id="rId32"/>
    <p:sldLayoutId id="2147483719" r:id="rId33"/>
    <p:sldLayoutId id="2147483720" r:id="rId34"/>
    <p:sldLayoutId id="2147483721" r:id="rId35"/>
    <p:sldLayoutId id="2147483722" r:id="rId36"/>
    <p:sldLayoutId id="2147483723" r:id="rId37"/>
    <p:sldLayoutId id="2147483724" r:id="rId38"/>
    <p:sldLayoutId id="2147483725" r:id="rId39"/>
    <p:sldLayoutId id="2147483726" r:id="rId40"/>
    <p:sldLayoutId id="2147483727" r:id="rId41"/>
    <p:sldLayoutId id="2147483728" r:id="rId42"/>
    <p:sldLayoutId id="2147483729" r:id="rId43"/>
    <p:sldLayoutId id="2147483730" r:id="rId44"/>
    <p:sldLayoutId id="2147483731" r:id="rId45"/>
    <p:sldLayoutId id="2147483732" r:id="rId46"/>
    <p:sldLayoutId id="2147483733" r:id="rId47"/>
    <p:sldLayoutId id="2147483734" r:id="rId48"/>
    <p:sldLayoutId id="2147483735" r:id="rId49"/>
    <p:sldLayoutId id="2147483736" r:id="rId50"/>
    <p:sldLayoutId id="2147483737" r:id="rId51"/>
    <p:sldLayoutId id="2147483738" r:id="rId52"/>
    <p:sldLayoutId id="2147483739" r:id="rId53"/>
    <p:sldLayoutId id="2147483740" r:id="rId54"/>
    <p:sldLayoutId id="2147483742" r:id="rId55"/>
    <p:sldLayoutId id="2147483743" r:id="rId56"/>
  </p:sldLayoutIdLst>
  <p:txStyles>
    <p:titleStyle>
      <a:lvl1pPr algn="l" defTabSz="914377" rtl="0" eaLnBrk="1" latinLnBrk="0" hangingPunct="1">
        <a:lnSpc>
          <a:spcPct val="8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Graphik Semibold" panose="020B0503030202060203" pitchFamily="34" charset="77"/>
          <a:ea typeface="+mj-ea"/>
          <a:cs typeface="+mj-cs"/>
        </a:defRPr>
      </a:lvl1pPr>
    </p:titleStyle>
    <p:bodyStyle>
      <a:lvl1pPr marL="0" indent="0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28594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Tx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457189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685783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914377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Graphik" panose="020B0503030202060203" pitchFamily="34" charset="0"/>
        <a:buNone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9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7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>
          <p15:clr>
            <a:srgbClr val="5ACBF0"/>
          </p15:clr>
        </p15:guide>
        <p15:guide id="8" pos="347">
          <p15:clr>
            <a:srgbClr val="9FCC3B"/>
          </p15:clr>
        </p15:guide>
        <p15:guide id="9" pos="733">
          <p15:clr>
            <a:srgbClr val="C35EA4"/>
          </p15:clr>
        </p15:guide>
        <p15:guide id="10" pos="7514">
          <p15:clr>
            <a:srgbClr val="5ACBF0"/>
          </p15:clr>
        </p15:guide>
        <p15:guide id="11" pos="166">
          <p15:clr>
            <a:srgbClr val="5ACBF0"/>
          </p15:clr>
        </p15:guide>
        <p15:guide id="12" orient="horz" pos="4156">
          <p15:clr>
            <a:srgbClr val="5ACBF0"/>
          </p15:clr>
        </p15:guide>
        <p15:guide id="13" pos="7333">
          <p15:clr>
            <a:srgbClr val="9FCC3B"/>
          </p15:clr>
        </p15:guide>
        <p15:guide id="14" orient="horz" pos="346">
          <p15:clr>
            <a:srgbClr val="9FCC3B"/>
          </p15:clr>
        </p15:guide>
        <p15:guide id="15" orient="horz" pos="3974">
          <p15:clr>
            <a:srgbClr val="9FCC3B"/>
          </p15:clr>
        </p15:guide>
        <p15:guide id="16" orient="horz" pos="845">
          <p15:clr>
            <a:srgbClr val="A4A3A4"/>
          </p15:clr>
        </p15:guide>
        <p15:guide id="17" orient="horz" pos="3861">
          <p15:clr>
            <a:srgbClr val="A4A3A4"/>
          </p15:clr>
        </p15:guide>
        <p15:guide id="18" pos="6924">
          <p15:clr>
            <a:srgbClr val="C35EA4"/>
          </p15:clr>
        </p15:guide>
        <p15:guide id="19" orient="horz" pos="1162">
          <p15:clr>
            <a:srgbClr val="FDE53C"/>
          </p15:clr>
        </p15:guide>
        <p15:guide id="20" pos="7015">
          <p15:clr>
            <a:srgbClr val="F26B43"/>
          </p15:clr>
        </p15:guide>
        <p15:guide id="21" pos="66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1BA59-562B-4FDB-B674-E44CC9177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135" y="1307778"/>
            <a:ext cx="9572938" cy="2243691"/>
          </a:xfrm>
        </p:spPr>
        <p:txBody>
          <a:bodyPr/>
          <a:lstStyle/>
          <a:p>
            <a:r>
              <a:rPr lang="en-IN" sz="5400" b="1" dirty="0"/>
              <a:t>HR Analytics: </a:t>
            </a:r>
            <a:br>
              <a:rPr lang="en-IN" sz="5400" b="1" dirty="0"/>
            </a:br>
            <a:r>
              <a:rPr lang="en-IN" sz="5400" b="1" dirty="0"/>
              <a:t>Employee Performance &amp; Attrition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BB96AA-5121-4457-B706-899990D927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9134" y="3709046"/>
            <a:ext cx="6793919" cy="1092845"/>
          </a:xfrm>
        </p:spPr>
        <p:txBody>
          <a:bodyPr/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i="0" u="none" strike="noStrike" dirty="0">
                <a:solidFill>
                  <a:srgbClr val="E6E6E6"/>
                </a:solidFill>
                <a:effectLst/>
                <a:latin typeface="Graphik" panose="020B0503030202060203"/>
              </a:rPr>
              <a:t>Data Warehousing and Business Intelligence Solution for Workforce Analytics</a:t>
            </a:r>
            <a:endParaRPr lang="en-IN" dirty="0">
              <a:solidFill>
                <a:srgbClr val="E6E6E6"/>
              </a:solidFill>
              <a:latin typeface="Graphik" panose="020B0503030202060203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73E68F-C67A-4BF7-A276-0FEFFA7FCE0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39134" y="5232975"/>
            <a:ext cx="3816000" cy="634494"/>
          </a:xfrm>
        </p:spPr>
        <p:txBody>
          <a:bodyPr/>
          <a:lstStyle/>
          <a:p>
            <a:r>
              <a:rPr lang="en-US" sz="1600" b="1" dirty="0"/>
              <a:t>Presenter</a:t>
            </a:r>
          </a:p>
          <a:p>
            <a:r>
              <a:rPr lang="en-US" sz="1400" dirty="0"/>
              <a:t>D S S Gangadhara Prathap</a:t>
            </a:r>
            <a:br>
              <a:rPr lang="en-US" sz="1400" dirty="0"/>
            </a:br>
            <a:r>
              <a:rPr lang="en-US" sz="1400" dirty="0"/>
              <a:t>Summer Intern</a:t>
            </a:r>
            <a:endParaRPr lang="en-IN" sz="1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7CD3F4-C018-4A19-BB83-FAED9DE4259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July 2026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0300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2">
            <a:extLst>
              <a:ext uri="{FF2B5EF4-FFF2-40B4-BE49-F238E27FC236}">
                <a16:creationId xmlns:a16="http://schemas.microsoft.com/office/drawing/2014/main" id="{C6B4EEC0-3C97-9210-BF6F-D40FA66C799E}"/>
              </a:ext>
            </a:extLst>
          </p:cNvPr>
          <p:cNvSpPr>
            <a:spLocks noGrp="1"/>
          </p:cNvSpPr>
          <p:nvPr/>
        </p:nvSpPr>
        <p:spPr>
          <a:xfrm>
            <a:off x="617564" y="507534"/>
            <a:ext cx="11075678" cy="50475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37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200" b="0" i="0" kern="1200">
                <a:solidFill>
                  <a:schemeClr val="tx1"/>
                </a:solidFill>
                <a:latin typeface="Graphik Semibold" panose="020B0503030202060203" pitchFamily="34" charset="77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chemeClr val="tx2">
                    <a:lumMod val="50000"/>
                  </a:schemeClr>
                </a:solidFill>
              </a:rPr>
              <a:t>Agenda</a:t>
            </a:r>
          </a:p>
        </p:txBody>
      </p:sp>
      <p:sp>
        <p:nvSpPr>
          <p:cNvPr id="16" name="Text Placeholder 70">
            <a:extLst>
              <a:ext uri="{FF2B5EF4-FFF2-40B4-BE49-F238E27FC236}">
                <a16:creationId xmlns:a16="http://schemas.microsoft.com/office/drawing/2014/main" id="{C00EE7DE-DCB5-FBBC-8AA5-BABEEE8358B5}"/>
              </a:ext>
            </a:extLst>
          </p:cNvPr>
          <p:cNvSpPr>
            <a:spLocks noGrp="1"/>
          </p:cNvSpPr>
          <p:nvPr/>
        </p:nvSpPr>
        <p:spPr>
          <a:xfrm>
            <a:off x="3407229" y="1472445"/>
            <a:ext cx="721093" cy="48534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594" indent="-228594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189" indent="-228594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783" indent="-228594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377" indent="-228594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7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R" b="1" i="1" dirty="0">
                <a:solidFill>
                  <a:schemeClr val="accent1">
                    <a:lumMod val="50000"/>
                  </a:schemeClr>
                </a:solidFill>
              </a:rPr>
              <a:t>01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AA46E8F5-584B-55F7-05DF-2BDC5F75622C}"/>
              </a:ext>
            </a:extLst>
          </p:cNvPr>
          <p:cNvSpPr>
            <a:spLocks noGrp="1"/>
          </p:cNvSpPr>
          <p:nvPr/>
        </p:nvSpPr>
        <p:spPr>
          <a:xfrm>
            <a:off x="3038113" y="3658134"/>
            <a:ext cx="1913607" cy="1299406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  <a:lvl3pPr marL="16933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None/>
              <a:tabLst/>
              <a:defRPr sz="120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3pPr>
            <a:lvl4pPr marL="16933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tabLst/>
              <a:defRPr sz="105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4pPr>
            <a:lvl5pPr marL="16933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None/>
              <a:tabLst/>
              <a:defRPr sz="105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5pPr>
            <a:lvl6pPr marL="11113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20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6pPr>
            <a:lvl7pPr marL="0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5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7pPr>
            <a:lvl8pPr marL="0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50" b="0" i="0" kern="1200">
                <a:solidFill>
                  <a:schemeClr val="tx2"/>
                </a:solidFill>
                <a:latin typeface="Graphik" panose="020B0503030202060203" pitchFamily="34" charset="77"/>
                <a:ea typeface="+mn-ea"/>
                <a:cs typeface="+mn-cs"/>
              </a:defRPr>
            </a:lvl9pPr>
          </a:lstStyle>
          <a:p>
            <a:r>
              <a:rPr lang="en-US" dirty="0"/>
              <a:t>Business Context</a:t>
            </a:r>
          </a:p>
          <a:p>
            <a:pPr marL="182563" lvl="5" indent="-171450" algn="just">
              <a:buFont typeface="Arial" panose="020B0604020202020204" pitchFamily="34" charset="0"/>
              <a:buChar char="•"/>
            </a:pPr>
            <a:r>
              <a:rPr lang="en-US" sz="1000" dirty="0"/>
              <a:t>Problem Statement</a:t>
            </a:r>
          </a:p>
          <a:p>
            <a:pPr marL="182563" lvl="5" indent="-171450" algn="just">
              <a:buFont typeface="Arial" panose="020B0604020202020204" pitchFamily="34" charset="0"/>
              <a:buChar char="•"/>
            </a:pPr>
            <a:r>
              <a:rPr lang="en-US" sz="1000" dirty="0"/>
              <a:t>Project Objectives</a:t>
            </a:r>
          </a:p>
          <a:p>
            <a:pPr marL="182563" lvl="5" indent="-171450" algn="just">
              <a:buFont typeface="Arial" panose="020B0604020202020204" pitchFamily="34" charset="0"/>
              <a:buChar char="•"/>
            </a:pPr>
            <a:r>
              <a:rPr lang="en-US" sz="1000" dirty="0"/>
              <a:t>HR Analytics Use Case</a:t>
            </a:r>
          </a:p>
        </p:txBody>
      </p:sp>
      <p:sp>
        <p:nvSpPr>
          <p:cNvPr id="18" name="Text Placeholder 71">
            <a:extLst>
              <a:ext uri="{FF2B5EF4-FFF2-40B4-BE49-F238E27FC236}">
                <a16:creationId xmlns:a16="http://schemas.microsoft.com/office/drawing/2014/main" id="{29123E95-44A3-3039-312B-157480C44456}"/>
              </a:ext>
            </a:extLst>
          </p:cNvPr>
          <p:cNvSpPr>
            <a:spLocks noGrp="1"/>
          </p:cNvSpPr>
          <p:nvPr/>
        </p:nvSpPr>
        <p:spPr>
          <a:xfrm>
            <a:off x="5727896" y="1472445"/>
            <a:ext cx="721093" cy="48534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594" indent="-228594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189" indent="-228594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783" indent="-228594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377" indent="-228594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7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R" b="1" i="1" dirty="0">
                <a:solidFill>
                  <a:schemeClr val="accent1">
                    <a:lumMod val="50000"/>
                  </a:schemeClr>
                </a:solidFill>
              </a:rPr>
              <a:t>02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C9536EAD-83E7-CE74-CB70-CB16B0066C09}"/>
              </a:ext>
            </a:extLst>
          </p:cNvPr>
          <p:cNvSpPr>
            <a:spLocks noGrp="1"/>
          </p:cNvSpPr>
          <p:nvPr/>
        </p:nvSpPr>
        <p:spPr>
          <a:xfrm>
            <a:off x="5358780" y="3658134"/>
            <a:ext cx="1913607" cy="1299406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  <a:lvl3pPr marL="16933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None/>
              <a:tabLst/>
              <a:defRPr sz="120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3pPr>
            <a:lvl4pPr marL="16933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tabLst/>
              <a:defRPr sz="105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4pPr>
            <a:lvl5pPr marL="16933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None/>
              <a:tabLst/>
              <a:defRPr sz="105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5pPr>
            <a:lvl6pPr marL="11113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20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6pPr>
            <a:lvl7pPr marL="0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5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7pPr>
            <a:lvl8pPr marL="0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50" b="0" i="0" kern="1200">
                <a:solidFill>
                  <a:schemeClr val="tx2"/>
                </a:solidFill>
                <a:latin typeface="Graphik" panose="020B0503030202060203" pitchFamily="34" charset="77"/>
                <a:ea typeface="+mn-ea"/>
                <a:cs typeface="+mn-cs"/>
              </a:defRPr>
            </a:lvl9pPr>
          </a:lstStyle>
          <a:p>
            <a:r>
              <a:rPr lang="en-US" dirty="0"/>
              <a:t>Solution Design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Data Warehouse Architecture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Schema Design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SCD Type 2 Implementation</a:t>
            </a:r>
          </a:p>
        </p:txBody>
      </p:sp>
      <p:sp>
        <p:nvSpPr>
          <p:cNvPr id="20" name="Text Placeholder 72">
            <a:extLst>
              <a:ext uri="{FF2B5EF4-FFF2-40B4-BE49-F238E27FC236}">
                <a16:creationId xmlns:a16="http://schemas.microsoft.com/office/drawing/2014/main" id="{8A98E18E-E523-1E27-254B-B9730509B266}"/>
              </a:ext>
            </a:extLst>
          </p:cNvPr>
          <p:cNvSpPr>
            <a:spLocks noGrp="1"/>
          </p:cNvSpPr>
          <p:nvPr/>
        </p:nvSpPr>
        <p:spPr>
          <a:xfrm>
            <a:off x="8054044" y="1472445"/>
            <a:ext cx="721093" cy="48534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594" indent="-228594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189" indent="-228594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783" indent="-228594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377" indent="-228594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7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R" b="1" i="1">
                <a:solidFill>
                  <a:schemeClr val="accent1">
                    <a:lumMod val="50000"/>
                  </a:schemeClr>
                </a:solidFill>
              </a:rPr>
              <a:t>03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05E24A68-815F-579A-D4C1-16E8616D991B}"/>
              </a:ext>
            </a:extLst>
          </p:cNvPr>
          <p:cNvSpPr>
            <a:spLocks noGrp="1"/>
          </p:cNvSpPr>
          <p:nvPr/>
        </p:nvSpPr>
        <p:spPr>
          <a:xfrm>
            <a:off x="7684928" y="3658134"/>
            <a:ext cx="1913607" cy="1299406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None/>
              <a:defRPr sz="1200" b="0" i="0" kern="1200">
                <a:solidFill>
                  <a:schemeClr val="tx2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  <a:lvl3pPr marL="16933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None/>
              <a:tabLst/>
              <a:defRPr sz="120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3pPr>
            <a:lvl4pPr marL="16933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tabLst/>
              <a:defRPr sz="105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4pPr>
            <a:lvl5pPr marL="16933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None/>
              <a:tabLst/>
              <a:defRPr sz="105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5pPr>
            <a:lvl6pPr marL="11113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20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6pPr>
            <a:lvl7pPr marL="0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5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7pPr>
            <a:lvl8pPr marL="0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50" b="0" i="0" kern="1200">
                <a:solidFill>
                  <a:schemeClr val="tx2"/>
                </a:solidFill>
                <a:latin typeface="Graphik" panose="020B0503030202060203" pitchFamily="34" charset="77"/>
                <a:ea typeface="+mn-ea"/>
                <a:cs typeface="+mn-cs"/>
              </a:defRPr>
            </a:lvl9pPr>
          </a:lstStyle>
          <a:p>
            <a:r>
              <a:rPr lang="en-US" dirty="0"/>
              <a:t>Implementation and Analysis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Oracle Database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Business Questions &amp; SQL Views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Oracle Analytics Cloud Dashboard</a:t>
            </a:r>
          </a:p>
          <a:p>
            <a:endParaRPr lang="en-US" dirty="0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0019DE1D-5828-9F73-BE21-3883B47878C3}"/>
              </a:ext>
            </a:extLst>
          </p:cNvPr>
          <p:cNvSpPr>
            <a:spLocks noGrp="1"/>
          </p:cNvSpPr>
          <p:nvPr/>
        </p:nvSpPr>
        <p:spPr>
          <a:xfrm>
            <a:off x="10374711" y="1472445"/>
            <a:ext cx="721093" cy="48534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594" indent="-228594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189" indent="-228594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783" indent="-228594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377" indent="-228594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7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R" b="1" i="1">
                <a:solidFill>
                  <a:schemeClr val="accent1">
                    <a:lumMod val="50000"/>
                  </a:schemeClr>
                </a:solidFill>
              </a:rPr>
              <a:t>04</a:t>
            </a:r>
          </a:p>
        </p:txBody>
      </p:sp>
      <p:sp>
        <p:nvSpPr>
          <p:cNvPr id="23" name="Content Placeholder 11">
            <a:extLst>
              <a:ext uri="{FF2B5EF4-FFF2-40B4-BE49-F238E27FC236}">
                <a16:creationId xmlns:a16="http://schemas.microsoft.com/office/drawing/2014/main" id="{5E3B7B69-DE1F-06F0-B896-C9C09A14858C}"/>
              </a:ext>
            </a:extLst>
          </p:cNvPr>
          <p:cNvSpPr>
            <a:spLocks noGrp="1"/>
          </p:cNvSpPr>
          <p:nvPr/>
        </p:nvSpPr>
        <p:spPr>
          <a:xfrm>
            <a:off x="10005595" y="3658134"/>
            <a:ext cx="1913607" cy="1299406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  <a:lvl3pPr marL="16933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None/>
              <a:tabLst/>
              <a:defRPr sz="120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3pPr>
            <a:lvl4pPr marL="16933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tabLst/>
              <a:defRPr sz="105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4pPr>
            <a:lvl5pPr marL="16933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None/>
              <a:tabLst/>
              <a:defRPr sz="105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5pPr>
            <a:lvl6pPr marL="11113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20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6pPr>
            <a:lvl7pPr marL="0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5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7pPr>
            <a:lvl8pPr marL="0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50" b="0" i="0" kern="1200">
                <a:solidFill>
                  <a:schemeClr val="tx2"/>
                </a:solidFill>
                <a:latin typeface="Graphik" panose="020B0503030202060203" pitchFamily="34" charset="77"/>
                <a:ea typeface="+mn-ea"/>
                <a:cs typeface="+mn-cs"/>
              </a:defRPr>
            </a:lvl9pPr>
          </a:lstStyle>
          <a:p>
            <a:r>
              <a:rPr lang="en-US" dirty="0"/>
              <a:t>Results and Conclusion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Key Business Insights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Challenges &amp; Learnings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Future Enhancements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DC26778-2061-42EE-80E4-94CDCE7B037E}"/>
              </a:ext>
            </a:extLst>
          </p:cNvPr>
          <p:cNvCxnSpPr/>
          <p:nvPr/>
        </p:nvCxnSpPr>
        <p:spPr>
          <a:xfrm>
            <a:off x="2827090" y="1468073"/>
            <a:ext cx="0" cy="4756558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2ADF6BA-FC82-4816-93D2-C812BBD40B99}"/>
              </a:ext>
            </a:extLst>
          </p:cNvPr>
          <p:cNvCxnSpPr/>
          <p:nvPr/>
        </p:nvCxnSpPr>
        <p:spPr>
          <a:xfrm>
            <a:off x="4960110" y="1458068"/>
            <a:ext cx="0" cy="4756558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74D999F-F8D0-4B9D-9D3C-1F617BAA584E}"/>
              </a:ext>
            </a:extLst>
          </p:cNvPr>
          <p:cNvCxnSpPr/>
          <p:nvPr/>
        </p:nvCxnSpPr>
        <p:spPr>
          <a:xfrm>
            <a:off x="7274604" y="1468073"/>
            <a:ext cx="0" cy="4756558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EC66892-DAEA-4E7C-94CA-014D38570FB2}"/>
              </a:ext>
            </a:extLst>
          </p:cNvPr>
          <p:cNvCxnSpPr/>
          <p:nvPr/>
        </p:nvCxnSpPr>
        <p:spPr>
          <a:xfrm>
            <a:off x="9598536" y="1468073"/>
            <a:ext cx="0" cy="4756558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DC2670F-F48A-408A-90EE-3B37E13586CC}"/>
              </a:ext>
            </a:extLst>
          </p:cNvPr>
          <p:cNvSpPr txBox="1"/>
          <p:nvPr/>
        </p:nvSpPr>
        <p:spPr>
          <a:xfrm>
            <a:off x="617563" y="1031846"/>
            <a:ext cx="2209521" cy="29361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US" noProof="0" dirty="0">
                <a:solidFill>
                  <a:schemeClr val="bg1">
                    <a:lumMod val="50000"/>
                  </a:schemeClr>
                </a:solidFill>
              </a:rPr>
              <a:t>Presentation Overview</a:t>
            </a:r>
            <a:endParaRPr lang="en-IN" noProof="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E5851187-0598-47E7-8E25-C0E0B154D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9781" y="2276698"/>
            <a:ext cx="978205" cy="871878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BD407276-3C8E-4167-ACF0-0BC015356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8549" y="2326305"/>
            <a:ext cx="998164" cy="856831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68CFE4B1-2CFA-4601-AA85-32806391CB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496" y="2326822"/>
            <a:ext cx="1199285" cy="92105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4F591D07-D43B-48B4-ACFC-A9D68DD318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1927" y="2326305"/>
            <a:ext cx="1055254" cy="85683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B3CEE7EE-EBCD-4EEA-8C8A-0EC53ED58E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996" y="1458069"/>
            <a:ext cx="2286739" cy="4756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983470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ure 2025">
  <a:themeElements>
    <a:clrScheme name="Accenture">
      <a:dk1>
        <a:srgbClr val="000000"/>
      </a:dk1>
      <a:lt1>
        <a:srgbClr val="FFFFFF"/>
      </a:lt1>
      <a:dk2>
        <a:srgbClr val="A100FF"/>
      </a:dk2>
      <a:lt2>
        <a:srgbClr val="460073"/>
      </a:lt2>
      <a:accent1>
        <a:srgbClr val="7500C0"/>
      </a:accent1>
      <a:accent2>
        <a:srgbClr val="C2A3FF"/>
      </a:accent2>
      <a:accent3>
        <a:srgbClr val="E6DCFF"/>
      </a:accent3>
      <a:accent4>
        <a:srgbClr val="FF50A0"/>
      </a:accent4>
      <a:accent5>
        <a:srgbClr val="224BFF"/>
      </a:accent5>
      <a:accent6>
        <a:srgbClr val="05F2DB"/>
      </a:accent6>
      <a:hlink>
        <a:srgbClr val="A100FF"/>
      </a:hlink>
      <a:folHlink>
        <a:srgbClr val="7500C0"/>
      </a:folHlink>
    </a:clrScheme>
    <a:fontScheme name="GraphikReg-GraphikSemiB">
      <a:majorFont>
        <a:latin typeface="Graphik-Semibold"/>
        <a:ea typeface=""/>
        <a:cs typeface=""/>
      </a:majorFont>
      <a:minorFont>
        <a:latin typeface="Graphik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Accenture PPT" id="{F073B871-DA14-4D86-A3AA-AF0AAB57A125}" vid="{6E7249F0-0E3D-47F3-A4B8-C7D7D0D831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Accenture-PPT</Template>
  <TotalTime>51</TotalTime>
  <Words>82</Words>
  <Application>Microsoft Office PowerPoint</Application>
  <PresentationFormat>Widescreen</PresentationFormat>
  <Paragraphs>27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Graphik</vt:lpstr>
      <vt:lpstr>Graphik Regular</vt:lpstr>
      <vt:lpstr>Graphik Semibold</vt:lpstr>
      <vt:lpstr>GT Sectra Fine Rg</vt:lpstr>
      <vt:lpstr>System Font</vt:lpstr>
      <vt:lpstr>Accenture 2025</vt:lpstr>
      <vt:lpstr>HR Analytics:  Employee Performance &amp; Attrition Analysis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Gangadhar Prathap</dc:creator>
  <cp:lastModifiedBy>Gangadhar Prathap</cp:lastModifiedBy>
  <cp:revision>6</cp:revision>
  <dcterms:created xsi:type="dcterms:W3CDTF">2026-07-02T18:01:57Z</dcterms:created>
  <dcterms:modified xsi:type="dcterms:W3CDTF">2026-07-02T18:53:41Z</dcterms:modified>
</cp:coreProperties>
</file>